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5" d="100"/>
          <a:sy n="75" d="100"/>
        </p:scale>
        <p:origin x="58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8DB97-B198-A57C-CCF4-A96E74F16C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B3B69E-C727-CC58-635B-D1C268F00F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E7FFB-8983-7691-6AB3-0A5AE19C2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420EB-FB35-4568-B782-6F931E2FE940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F406A2-3136-FB96-6C67-0CDCA7184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6AD91-A6D3-B79C-03B2-03E577254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86523-3E7D-40DA-A942-546B364F4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430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AEB27-4B65-E7B6-B3E9-FE990A51E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37B30-11AA-25FA-9768-F559E7888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FFD5C-3B12-F6A4-A720-C55E94DCD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420EB-FB35-4568-B782-6F931E2FE940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5650C-84B6-A0BC-9DCA-F44B41F3E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3DE3F-1F6B-8A82-CAF3-76813D386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86523-3E7D-40DA-A942-546B364F4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8668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3F105-1C7F-ACFD-4767-71CCC54A6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65022-D741-2DFA-19E8-3B6BB533D9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F8B1-BA65-15D1-FAA2-6C2A29B55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420EB-FB35-4568-B782-6F931E2FE940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D37ED-96AA-EE1E-B58D-EE54CEF2F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193D79-E1F6-AC31-8B6C-51C45C19E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86523-3E7D-40DA-A942-546B364F4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246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FB000-D280-35B7-5AD2-7BAB88B6F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B714E-67DC-CF4B-1391-2938DC0957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359063-7FC9-0FFE-1540-FC925C8781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9D6376-24C0-8C77-C103-EECA5CA7C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420EB-FB35-4568-B782-6F931E2FE940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5E2CD1-806D-5DEB-0AF6-A733E5544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9A0AB3-E62D-A0E7-4728-D8B63F730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86523-3E7D-40DA-A942-546B364F4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262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147F4-6464-78BF-4AF9-6747B5CBA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71594-6010-40ED-6F93-007C83B7F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DECC80-4862-7D39-56E5-236E194652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60B097-D3F9-6EE3-88B9-717CA9C121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F577DB-FA47-E860-DC32-797C87A91C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28763D-E69A-A461-68E2-00F4097BE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420EB-FB35-4568-B782-6F931E2FE940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C921BE-1330-9F7A-E307-E037F759D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630C4E-9FA7-94B6-D333-AE7CB8182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86523-3E7D-40DA-A942-546B364F4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499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1F126-AE4D-E7D3-D7F6-34D554A1E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FAAC0C-3046-F412-E621-E144F4449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420EB-FB35-4568-B782-6F931E2FE940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13F8CD-7A69-783E-B26A-B19EFF0B7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B6A495-767F-90E1-DAC4-51D5CDC88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86523-3E7D-40DA-A942-546B364F4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036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391560-0B4B-C9DC-FE8A-DD30A4781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420EB-FB35-4568-B782-6F931E2FE940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23F325-A9ED-25D0-25F8-77602C299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D4D2A-D897-0406-95DF-AE7AF6BAD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86523-3E7D-40DA-A942-546B364F4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4555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26F8C-4558-37FB-F61B-7375F98DE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8E562-E139-E026-37BC-B2449B17E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4F9908-AB1F-510F-C2E1-58319BEC10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40EC2D-89AD-9A8A-D5B9-A657A0F5B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420EB-FB35-4568-B782-6F931E2FE940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42528B-5FCA-84AB-01EB-904777FB7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16B1B-1263-7401-905B-63F90C6A3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86523-3E7D-40DA-A942-546B364F4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652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40262-2612-1C68-43C0-1600552F9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26E25C-4495-6CC8-FD1D-63252E929E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302061-549E-BD60-CB34-11AD84DD60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836D3A-9FC9-2E80-9492-BEFBB0417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420EB-FB35-4568-B782-6F931E2FE940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CB5A2-9E48-393F-74C2-C3B44DC71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6B77EE-BCB8-AB84-AD66-835341E5F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86523-3E7D-40DA-A942-546B364F4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191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B7D7A-DA7B-9514-112C-3CC007051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ED775E-F8D7-249F-B1E0-F3507E8F71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15CAA-CC95-04FD-CE7E-BD5BAC8AB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420EB-FB35-4568-B782-6F931E2FE940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824A62-0B72-9A66-536E-E2D474A96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FC609C-A6DF-FE2B-54E7-60C9FF69C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86523-3E7D-40DA-A942-546B364F4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474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ED8565-902E-E990-3431-38F3705C42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37EB29-F7D4-362E-3490-320BD5419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B69AE-1A50-3F58-F430-3FEFC44A9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420EB-FB35-4568-B782-6F931E2FE940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AE7B3-1280-2277-4EE1-9DCF7E5FB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F8B62-5397-1A2F-3C56-AB8496E94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86523-3E7D-40DA-A942-546B364F4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829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961CBC-BF8B-7FD4-8EE7-12DCCCA9F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D50F5C-5F50-E9B1-2066-20484B9B8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A078D-3CD1-16FE-7F1D-19B3A6F455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9420EB-FB35-4568-B782-6F931E2FE940}" type="datetimeFigureOut">
              <a:rPr lang="en-IN" smtClean="0"/>
              <a:t>03-07-2025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335CD-40EF-0785-D568-F907B83A0A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43FEF-98C0-248D-F707-04DCD1CC44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B86523-3E7D-40DA-A942-546B364F41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7905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420AB-79EE-E9AC-B355-04682E9D76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Ensemble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0FC648-F40B-927C-F92C-88E4D537D4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Mahipal Singh</a:t>
            </a:r>
          </a:p>
        </p:txBody>
      </p:sp>
    </p:spTree>
    <p:extLst>
      <p:ext uri="{BB962C8B-B14F-4D97-AF65-F5344CB8AC3E}">
        <p14:creationId xmlns:p14="http://schemas.microsoft.com/office/powerpoint/2010/main" val="229103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F2C8F-DC82-4FBE-02BA-E4876D28D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Ensemble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6C411-63E8-E0FC-79F8-493654B1E4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 Introduction</a:t>
            </a:r>
          </a:p>
          <a:p>
            <a:r>
              <a:rPr lang="en-US" b="1" dirty="0"/>
              <a:t>Definition</a:t>
            </a:r>
            <a:r>
              <a:rPr lang="en-US" dirty="0"/>
              <a:t>: Combining multiple models to improve performance over a single one.</a:t>
            </a:r>
          </a:p>
          <a:p>
            <a:r>
              <a:rPr lang="en-US" b="1" dirty="0"/>
              <a:t>Goal</a:t>
            </a:r>
            <a:r>
              <a:rPr lang="en-US" dirty="0"/>
              <a:t>: Reduce variance (overfitting), bias (underfitting), or improve predictions.</a:t>
            </a:r>
          </a:p>
          <a:p>
            <a:r>
              <a:rPr lang="en-US" b="1" dirty="0"/>
              <a:t>Types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Bagging</a:t>
            </a:r>
            <a:r>
              <a:rPr lang="en-US" dirty="0"/>
              <a:t> – Reduces variance.</a:t>
            </a:r>
          </a:p>
          <a:p>
            <a:pPr lvl="1"/>
            <a:r>
              <a:rPr lang="en-US" b="1" dirty="0"/>
              <a:t>Boosting</a:t>
            </a:r>
            <a:r>
              <a:rPr lang="en-US" dirty="0"/>
              <a:t> – Reduces bias.</a:t>
            </a:r>
          </a:p>
          <a:p>
            <a:pPr lvl="1"/>
            <a:r>
              <a:rPr lang="en-US" b="1" dirty="0"/>
              <a:t>Stacking</a:t>
            </a:r>
            <a:r>
              <a:rPr lang="en-US" dirty="0"/>
              <a:t> – Learns how to best combine models.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6638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9B2491A-3E5E-DF5D-3B77-5886A9DD85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488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3E2ADD-3A2E-2A1B-BD92-7D648A4A07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6160" y="355600"/>
            <a:ext cx="10048240" cy="606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681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1EFA46-9CFF-91B5-42D8-63414D000E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7120" y="274320"/>
            <a:ext cx="10088880" cy="620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98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33798F-7AE7-7336-06B1-023B4A7416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127759"/>
            <a:ext cx="10905066" cy="5325383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276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58</Words>
  <Application>Microsoft Office PowerPoint</Application>
  <PresentationFormat>Widescreen</PresentationFormat>
  <Paragraphs>10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Ensemble Learning</vt:lpstr>
      <vt:lpstr>Ensemble Learning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Mahipal Singh</dc:creator>
  <cp:lastModifiedBy>Mahipal Singh</cp:lastModifiedBy>
  <cp:revision>1</cp:revision>
  <dcterms:created xsi:type="dcterms:W3CDTF">2025-07-03T02:13:54Z</dcterms:created>
  <dcterms:modified xsi:type="dcterms:W3CDTF">2025-07-03T02:35:54Z</dcterms:modified>
</cp:coreProperties>
</file>