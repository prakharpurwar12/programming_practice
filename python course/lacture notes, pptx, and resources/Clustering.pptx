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4" r:id="rId9"/>
    <p:sldId id="269" r:id="rId10"/>
    <p:sldId id="263" r:id="rId11"/>
    <p:sldId id="266" r:id="rId12"/>
    <p:sldId id="267" r:id="rId13"/>
    <p:sldId id="268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3BBD58-AC50-4BEE-8310-BA265661830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D034D06-44BD-44CB-AB3D-409592E381AB}">
      <dgm:prSet/>
      <dgm:spPr/>
      <dgm:t>
        <a:bodyPr/>
        <a:lstStyle/>
        <a:p>
          <a:r>
            <a:rPr lang="en-US"/>
            <a:t>1. </a:t>
          </a:r>
          <a:r>
            <a:rPr lang="en-US" b="1"/>
            <a:t>K-Means Clustering</a:t>
          </a:r>
          <a:r>
            <a:rPr lang="en-US"/>
            <a:t> (most common)</a:t>
          </a:r>
        </a:p>
      </dgm:t>
    </dgm:pt>
    <dgm:pt modelId="{9A014916-9D03-47AE-81F8-DEA5E3C46394}" type="parTrans" cxnId="{6C294A7C-02F8-42DE-9738-4BCBE49FD552}">
      <dgm:prSet/>
      <dgm:spPr/>
      <dgm:t>
        <a:bodyPr/>
        <a:lstStyle/>
        <a:p>
          <a:endParaRPr lang="en-US"/>
        </a:p>
      </dgm:t>
    </dgm:pt>
    <dgm:pt modelId="{C6E5EA0E-9DE0-4153-B968-54C4A9C9DBB2}" type="sibTrans" cxnId="{6C294A7C-02F8-42DE-9738-4BCBE49FD552}">
      <dgm:prSet/>
      <dgm:spPr/>
      <dgm:t>
        <a:bodyPr/>
        <a:lstStyle/>
        <a:p>
          <a:endParaRPr lang="en-US"/>
        </a:p>
      </dgm:t>
    </dgm:pt>
    <dgm:pt modelId="{8429E67B-C591-4E73-9B73-1A4348884797}">
      <dgm:prSet/>
      <dgm:spPr/>
      <dgm:t>
        <a:bodyPr/>
        <a:lstStyle/>
        <a:p>
          <a:r>
            <a:rPr lang="en-IN"/>
            <a:t>2. </a:t>
          </a:r>
          <a:r>
            <a:rPr lang="en-IN" b="1"/>
            <a:t>Hierarchical Clustering</a:t>
          </a:r>
          <a:endParaRPr lang="en-US"/>
        </a:p>
      </dgm:t>
    </dgm:pt>
    <dgm:pt modelId="{8D7C5FEC-E09C-438F-9076-33F90FF283CD}" type="parTrans" cxnId="{AB3D2B66-DD66-4D95-9510-D829763035FF}">
      <dgm:prSet/>
      <dgm:spPr/>
      <dgm:t>
        <a:bodyPr/>
        <a:lstStyle/>
        <a:p>
          <a:endParaRPr lang="en-US"/>
        </a:p>
      </dgm:t>
    </dgm:pt>
    <dgm:pt modelId="{F29BE01B-BCB6-4DB8-AAE6-56D972A6AC8B}" type="sibTrans" cxnId="{AB3D2B66-DD66-4D95-9510-D829763035FF}">
      <dgm:prSet/>
      <dgm:spPr/>
      <dgm:t>
        <a:bodyPr/>
        <a:lstStyle/>
        <a:p>
          <a:endParaRPr lang="en-US"/>
        </a:p>
      </dgm:t>
    </dgm:pt>
    <dgm:pt modelId="{98A6FBAD-D937-436B-B2AB-26C157BF8E08}">
      <dgm:prSet/>
      <dgm:spPr/>
      <dgm:t>
        <a:bodyPr/>
        <a:lstStyle/>
        <a:p>
          <a:r>
            <a:rPr lang="en-US"/>
            <a:t>3. </a:t>
          </a:r>
          <a:r>
            <a:rPr lang="en-US" b="1"/>
            <a:t>DBSCAN (Density-Based Spatial Clustering of Applications with Noise)</a:t>
          </a:r>
          <a:endParaRPr lang="en-US"/>
        </a:p>
      </dgm:t>
    </dgm:pt>
    <dgm:pt modelId="{20A4EB7F-B04F-4276-AFF1-C090C412561F}" type="parTrans" cxnId="{F91D33CB-703A-488A-B24E-1C81EEC399B6}">
      <dgm:prSet/>
      <dgm:spPr/>
      <dgm:t>
        <a:bodyPr/>
        <a:lstStyle/>
        <a:p>
          <a:endParaRPr lang="en-US"/>
        </a:p>
      </dgm:t>
    </dgm:pt>
    <dgm:pt modelId="{B97F7916-7F1B-4F19-A1CC-03E13C7D6871}" type="sibTrans" cxnId="{F91D33CB-703A-488A-B24E-1C81EEC399B6}">
      <dgm:prSet/>
      <dgm:spPr/>
      <dgm:t>
        <a:bodyPr/>
        <a:lstStyle/>
        <a:p>
          <a:endParaRPr lang="en-US"/>
        </a:p>
      </dgm:t>
    </dgm:pt>
    <dgm:pt modelId="{795D6ED4-CA0D-4376-A599-66FED8BA161D}" type="pres">
      <dgm:prSet presAssocID="{F23BBD58-AC50-4BEE-8310-BA2656618306}" presName="root" presStyleCnt="0">
        <dgm:presLayoutVars>
          <dgm:dir/>
          <dgm:resizeHandles val="exact"/>
        </dgm:presLayoutVars>
      </dgm:prSet>
      <dgm:spPr/>
    </dgm:pt>
    <dgm:pt modelId="{DCBAE8D9-CF18-4932-9D89-64BF73965283}" type="pres">
      <dgm:prSet presAssocID="{AD034D06-44BD-44CB-AB3D-409592E381AB}" presName="compNode" presStyleCnt="0"/>
      <dgm:spPr/>
    </dgm:pt>
    <dgm:pt modelId="{C2DF0C53-CA53-4DD7-BC85-2BE508F0F81F}" type="pres">
      <dgm:prSet presAssocID="{AD034D06-44BD-44CB-AB3D-409592E381AB}" presName="bgRect" presStyleLbl="bgShp" presStyleIdx="0" presStyleCnt="3"/>
      <dgm:spPr/>
    </dgm:pt>
    <dgm:pt modelId="{41301E84-0DD6-4478-9B37-905885DC4E1B}" type="pres">
      <dgm:prSet presAssocID="{AD034D06-44BD-44CB-AB3D-409592E381A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FAB4B5C8-8DA2-43A3-9E03-320AE9A6AEB9}" type="pres">
      <dgm:prSet presAssocID="{AD034D06-44BD-44CB-AB3D-409592E381AB}" presName="spaceRect" presStyleCnt="0"/>
      <dgm:spPr/>
    </dgm:pt>
    <dgm:pt modelId="{10AE7819-507A-4384-818B-3C0C8E6725B9}" type="pres">
      <dgm:prSet presAssocID="{AD034D06-44BD-44CB-AB3D-409592E381AB}" presName="parTx" presStyleLbl="revTx" presStyleIdx="0" presStyleCnt="3">
        <dgm:presLayoutVars>
          <dgm:chMax val="0"/>
          <dgm:chPref val="0"/>
        </dgm:presLayoutVars>
      </dgm:prSet>
      <dgm:spPr/>
    </dgm:pt>
    <dgm:pt modelId="{DE39E090-4C15-4F07-9132-360D02FAF017}" type="pres">
      <dgm:prSet presAssocID="{C6E5EA0E-9DE0-4153-B968-54C4A9C9DBB2}" presName="sibTrans" presStyleCnt="0"/>
      <dgm:spPr/>
    </dgm:pt>
    <dgm:pt modelId="{A8D89F88-1DFC-4308-A999-531BE4D4202E}" type="pres">
      <dgm:prSet presAssocID="{8429E67B-C591-4E73-9B73-1A4348884797}" presName="compNode" presStyleCnt="0"/>
      <dgm:spPr/>
    </dgm:pt>
    <dgm:pt modelId="{9EF366C7-3DA7-4D84-960E-D5E585E4C51B}" type="pres">
      <dgm:prSet presAssocID="{8429E67B-C591-4E73-9B73-1A4348884797}" presName="bgRect" presStyleLbl="bgShp" presStyleIdx="1" presStyleCnt="3"/>
      <dgm:spPr/>
    </dgm:pt>
    <dgm:pt modelId="{C0F036F7-5BF7-47C0-B881-0F93652BD165}" type="pres">
      <dgm:prSet presAssocID="{8429E67B-C591-4E73-9B73-1A434888479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CA2B9294-3E96-4881-A60E-DE45FD566FE7}" type="pres">
      <dgm:prSet presAssocID="{8429E67B-C591-4E73-9B73-1A4348884797}" presName="spaceRect" presStyleCnt="0"/>
      <dgm:spPr/>
    </dgm:pt>
    <dgm:pt modelId="{EF7199F9-5F90-4C0B-B896-538C8816C0CE}" type="pres">
      <dgm:prSet presAssocID="{8429E67B-C591-4E73-9B73-1A4348884797}" presName="parTx" presStyleLbl="revTx" presStyleIdx="1" presStyleCnt="3">
        <dgm:presLayoutVars>
          <dgm:chMax val="0"/>
          <dgm:chPref val="0"/>
        </dgm:presLayoutVars>
      </dgm:prSet>
      <dgm:spPr/>
    </dgm:pt>
    <dgm:pt modelId="{A4A88477-EB21-464B-83CB-0A1B184C948F}" type="pres">
      <dgm:prSet presAssocID="{F29BE01B-BCB6-4DB8-AAE6-56D972A6AC8B}" presName="sibTrans" presStyleCnt="0"/>
      <dgm:spPr/>
    </dgm:pt>
    <dgm:pt modelId="{2631C6FB-C63D-4590-9B38-B9D16D075E82}" type="pres">
      <dgm:prSet presAssocID="{98A6FBAD-D937-436B-B2AB-26C157BF8E08}" presName="compNode" presStyleCnt="0"/>
      <dgm:spPr/>
    </dgm:pt>
    <dgm:pt modelId="{0DE653E5-74C3-47F7-9DC6-5FBD40B5AC8C}" type="pres">
      <dgm:prSet presAssocID="{98A6FBAD-D937-436B-B2AB-26C157BF8E08}" presName="bgRect" presStyleLbl="bgShp" presStyleIdx="2" presStyleCnt="3"/>
      <dgm:spPr/>
    </dgm:pt>
    <dgm:pt modelId="{AB8E7B7D-CFB3-4432-85AE-DF5F24B82F1E}" type="pres">
      <dgm:prSet presAssocID="{98A6FBAD-D937-436B-B2AB-26C157BF8E0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B84D83E3-6050-48EF-B551-B5A57FC17C83}" type="pres">
      <dgm:prSet presAssocID="{98A6FBAD-D937-436B-B2AB-26C157BF8E08}" presName="spaceRect" presStyleCnt="0"/>
      <dgm:spPr/>
    </dgm:pt>
    <dgm:pt modelId="{E185A0F5-1EFA-44E6-92C6-4742BC64A712}" type="pres">
      <dgm:prSet presAssocID="{98A6FBAD-D937-436B-B2AB-26C157BF8E0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9408F0C-FC9C-4015-A969-533D04A5C3FB}" type="presOf" srcId="{98A6FBAD-D937-436B-B2AB-26C157BF8E08}" destId="{E185A0F5-1EFA-44E6-92C6-4742BC64A712}" srcOrd="0" destOrd="0" presId="urn:microsoft.com/office/officeart/2018/2/layout/IconVerticalSolidList"/>
    <dgm:cxn modelId="{AB3D2B66-DD66-4D95-9510-D829763035FF}" srcId="{F23BBD58-AC50-4BEE-8310-BA2656618306}" destId="{8429E67B-C591-4E73-9B73-1A4348884797}" srcOrd="1" destOrd="0" parTransId="{8D7C5FEC-E09C-438F-9076-33F90FF283CD}" sibTransId="{F29BE01B-BCB6-4DB8-AAE6-56D972A6AC8B}"/>
    <dgm:cxn modelId="{6C294A7C-02F8-42DE-9738-4BCBE49FD552}" srcId="{F23BBD58-AC50-4BEE-8310-BA2656618306}" destId="{AD034D06-44BD-44CB-AB3D-409592E381AB}" srcOrd="0" destOrd="0" parTransId="{9A014916-9D03-47AE-81F8-DEA5E3C46394}" sibTransId="{C6E5EA0E-9DE0-4153-B968-54C4A9C9DBB2}"/>
    <dgm:cxn modelId="{4AC14390-F4CE-43F1-BE27-80D2231D4ACF}" type="presOf" srcId="{F23BBD58-AC50-4BEE-8310-BA2656618306}" destId="{795D6ED4-CA0D-4376-A599-66FED8BA161D}" srcOrd="0" destOrd="0" presId="urn:microsoft.com/office/officeart/2018/2/layout/IconVerticalSolidList"/>
    <dgm:cxn modelId="{0F8B7CB5-69E3-4C82-B82F-B55B5540AF96}" type="presOf" srcId="{AD034D06-44BD-44CB-AB3D-409592E381AB}" destId="{10AE7819-507A-4384-818B-3C0C8E6725B9}" srcOrd="0" destOrd="0" presId="urn:microsoft.com/office/officeart/2018/2/layout/IconVerticalSolidList"/>
    <dgm:cxn modelId="{F91D33CB-703A-488A-B24E-1C81EEC399B6}" srcId="{F23BBD58-AC50-4BEE-8310-BA2656618306}" destId="{98A6FBAD-D937-436B-B2AB-26C157BF8E08}" srcOrd="2" destOrd="0" parTransId="{20A4EB7F-B04F-4276-AFF1-C090C412561F}" sibTransId="{B97F7916-7F1B-4F19-A1CC-03E13C7D6871}"/>
    <dgm:cxn modelId="{A506BED4-895D-4413-A452-30601914792C}" type="presOf" srcId="{8429E67B-C591-4E73-9B73-1A4348884797}" destId="{EF7199F9-5F90-4C0B-B896-538C8816C0CE}" srcOrd="0" destOrd="0" presId="urn:microsoft.com/office/officeart/2018/2/layout/IconVerticalSolidList"/>
    <dgm:cxn modelId="{5D4EB083-257A-448E-AB5F-CE91EA844145}" type="presParOf" srcId="{795D6ED4-CA0D-4376-A599-66FED8BA161D}" destId="{DCBAE8D9-CF18-4932-9D89-64BF73965283}" srcOrd="0" destOrd="0" presId="urn:microsoft.com/office/officeart/2018/2/layout/IconVerticalSolidList"/>
    <dgm:cxn modelId="{2CB02943-570F-42EC-816B-59CEFD7F1413}" type="presParOf" srcId="{DCBAE8D9-CF18-4932-9D89-64BF73965283}" destId="{C2DF0C53-CA53-4DD7-BC85-2BE508F0F81F}" srcOrd="0" destOrd="0" presId="urn:microsoft.com/office/officeart/2018/2/layout/IconVerticalSolidList"/>
    <dgm:cxn modelId="{907AC298-34FE-4762-A2A3-3B525ED2D9AD}" type="presParOf" srcId="{DCBAE8D9-CF18-4932-9D89-64BF73965283}" destId="{41301E84-0DD6-4478-9B37-905885DC4E1B}" srcOrd="1" destOrd="0" presId="urn:microsoft.com/office/officeart/2018/2/layout/IconVerticalSolidList"/>
    <dgm:cxn modelId="{FBAE6DD0-34C9-4915-BD76-45875B4F8C8A}" type="presParOf" srcId="{DCBAE8D9-CF18-4932-9D89-64BF73965283}" destId="{FAB4B5C8-8DA2-43A3-9E03-320AE9A6AEB9}" srcOrd="2" destOrd="0" presId="urn:microsoft.com/office/officeart/2018/2/layout/IconVerticalSolidList"/>
    <dgm:cxn modelId="{51D7450F-2DBF-40FC-BF00-0235C954E0E7}" type="presParOf" srcId="{DCBAE8D9-CF18-4932-9D89-64BF73965283}" destId="{10AE7819-507A-4384-818B-3C0C8E6725B9}" srcOrd="3" destOrd="0" presId="urn:microsoft.com/office/officeart/2018/2/layout/IconVerticalSolidList"/>
    <dgm:cxn modelId="{B2B203BE-FB87-4AC2-9E0F-9FEC493D19DC}" type="presParOf" srcId="{795D6ED4-CA0D-4376-A599-66FED8BA161D}" destId="{DE39E090-4C15-4F07-9132-360D02FAF017}" srcOrd="1" destOrd="0" presId="urn:microsoft.com/office/officeart/2018/2/layout/IconVerticalSolidList"/>
    <dgm:cxn modelId="{B8DB338B-6A39-4C04-A65F-AF7D02D1BF7E}" type="presParOf" srcId="{795D6ED4-CA0D-4376-A599-66FED8BA161D}" destId="{A8D89F88-1DFC-4308-A999-531BE4D4202E}" srcOrd="2" destOrd="0" presId="urn:microsoft.com/office/officeart/2018/2/layout/IconVerticalSolidList"/>
    <dgm:cxn modelId="{595D23A3-6D15-46AE-B1AA-60953EC9CAA9}" type="presParOf" srcId="{A8D89F88-1DFC-4308-A999-531BE4D4202E}" destId="{9EF366C7-3DA7-4D84-960E-D5E585E4C51B}" srcOrd="0" destOrd="0" presId="urn:microsoft.com/office/officeart/2018/2/layout/IconVerticalSolidList"/>
    <dgm:cxn modelId="{27B3B6B0-AE92-4EF5-963E-C4D3F38D2AC0}" type="presParOf" srcId="{A8D89F88-1DFC-4308-A999-531BE4D4202E}" destId="{C0F036F7-5BF7-47C0-B881-0F93652BD165}" srcOrd="1" destOrd="0" presId="urn:microsoft.com/office/officeart/2018/2/layout/IconVerticalSolidList"/>
    <dgm:cxn modelId="{5461604A-7C1A-40CC-99A3-6D30F86F34BB}" type="presParOf" srcId="{A8D89F88-1DFC-4308-A999-531BE4D4202E}" destId="{CA2B9294-3E96-4881-A60E-DE45FD566FE7}" srcOrd="2" destOrd="0" presId="urn:microsoft.com/office/officeart/2018/2/layout/IconVerticalSolidList"/>
    <dgm:cxn modelId="{A902A3A8-29D4-4E41-BFBE-4970C50F1463}" type="presParOf" srcId="{A8D89F88-1DFC-4308-A999-531BE4D4202E}" destId="{EF7199F9-5F90-4C0B-B896-538C8816C0CE}" srcOrd="3" destOrd="0" presId="urn:microsoft.com/office/officeart/2018/2/layout/IconVerticalSolidList"/>
    <dgm:cxn modelId="{D51D58B1-5DED-4ECC-ABE8-F5D84E96C8AA}" type="presParOf" srcId="{795D6ED4-CA0D-4376-A599-66FED8BA161D}" destId="{A4A88477-EB21-464B-83CB-0A1B184C948F}" srcOrd="3" destOrd="0" presId="urn:microsoft.com/office/officeart/2018/2/layout/IconVerticalSolidList"/>
    <dgm:cxn modelId="{C0EE9CA3-B838-4D2D-B93A-4FD1F91A2F3D}" type="presParOf" srcId="{795D6ED4-CA0D-4376-A599-66FED8BA161D}" destId="{2631C6FB-C63D-4590-9B38-B9D16D075E82}" srcOrd="4" destOrd="0" presId="urn:microsoft.com/office/officeart/2018/2/layout/IconVerticalSolidList"/>
    <dgm:cxn modelId="{AA0358B3-C1A6-422B-8758-339880540D6E}" type="presParOf" srcId="{2631C6FB-C63D-4590-9B38-B9D16D075E82}" destId="{0DE653E5-74C3-47F7-9DC6-5FBD40B5AC8C}" srcOrd="0" destOrd="0" presId="urn:microsoft.com/office/officeart/2018/2/layout/IconVerticalSolidList"/>
    <dgm:cxn modelId="{8CBBAAA1-8745-4D8E-B9E5-8EC075441DEB}" type="presParOf" srcId="{2631C6FB-C63D-4590-9B38-B9D16D075E82}" destId="{AB8E7B7D-CFB3-4432-85AE-DF5F24B82F1E}" srcOrd="1" destOrd="0" presId="urn:microsoft.com/office/officeart/2018/2/layout/IconVerticalSolidList"/>
    <dgm:cxn modelId="{354D7438-B3C2-40A0-8A74-A03B87FE3BAD}" type="presParOf" srcId="{2631C6FB-C63D-4590-9B38-B9D16D075E82}" destId="{B84D83E3-6050-48EF-B551-B5A57FC17C83}" srcOrd="2" destOrd="0" presId="urn:microsoft.com/office/officeart/2018/2/layout/IconVerticalSolidList"/>
    <dgm:cxn modelId="{12F57982-BD5D-44AC-ADF3-3A86596F0639}" type="presParOf" srcId="{2631C6FB-C63D-4590-9B38-B9D16D075E82}" destId="{E185A0F5-1EFA-44E6-92C6-4742BC64A71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F9C6BCB-18E1-4C4D-9E49-AB411B292AD3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CBFFEB6-186B-436D-9738-749022A56B36}">
      <dgm:prSet/>
      <dgm:spPr/>
      <dgm:t>
        <a:bodyPr/>
        <a:lstStyle/>
        <a:p>
          <a:r>
            <a:rPr lang="en-US"/>
            <a:t>1. </a:t>
          </a:r>
          <a:r>
            <a:rPr lang="en-US" b="1"/>
            <a:t>Inertia (Within-Cluster Sum of Squares - WCSS)</a:t>
          </a:r>
          <a:endParaRPr lang="en-US"/>
        </a:p>
      </dgm:t>
    </dgm:pt>
    <dgm:pt modelId="{84F6E816-A4CA-4831-B173-C4153B172D8B}" type="parTrans" cxnId="{EDB2CB41-CCF0-4301-AAF3-AD23041FDE99}">
      <dgm:prSet/>
      <dgm:spPr/>
      <dgm:t>
        <a:bodyPr/>
        <a:lstStyle/>
        <a:p>
          <a:endParaRPr lang="en-US"/>
        </a:p>
      </dgm:t>
    </dgm:pt>
    <dgm:pt modelId="{5D9008D4-DEA3-40BE-BC11-07BD39161DC9}" type="sibTrans" cxnId="{EDB2CB41-CCF0-4301-AAF3-AD23041FDE99}">
      <dgm:prSet/>
      <dgm:spPr/>
      <dgm:t>
        <a:bodyPr/>
        <a:lstStyle/>
        <a:p>
          <a:endParaRPr lang="en-US"/>
        </a:p>
      </dgm:t>
    </dgm:pt>
    <dgm:pt modelId="{99BEF510-ED06-45CB-9A56-E21CACC93BEB}">
      <dgm:prSet/>
      <dgm:spPr/>
      <dgm:t>
        <a:bodyPr/>
        <a:lstStyle/>
        <a:p>
          <a:r>
            <a:rPr lang="en-IN"/>
            <a:t>2. </a:t>
          </a:r>
          <a:r>
            <a:rPr lang="en-IN" b="1"/>
            <a:t>Silhouette Score</a:t>
          </a:r>
          <a:endParaRPr lang="en-US"/>
        </a:p>
      </dgm:t>
    </dgm:pt>
    <dgm:pt modelId="{3CA8E7C3-DFAC-47D6-BA77-5F20446199C2}" type="parTrans" cxnId="{69DA537A-EF22-4633-B138-7A8F2AAAFF12}">
      <dgm:prSet/>
      <dgm:spPr/>
      <dgm:t>
        <a:bodyPr/>
        <a:lstStyle/>
        <a:p>
          <a:endParaRPr lang="en-US"/>
        </a:p>
      </dgm:t>
    </dgm:pt>
    <dgm:pt modelId="{5B415AA0-7B79-4C52-B02F-82F6F0E283E1}" type="sibTrans" cxnId="{69DA537A-EF22-4633-B138-7A8F2AAAFF12}">
      <dgm:prSet/>
      <dgm:spPr/>
      <dgm:t>
        <a:bodyPr/>
        <a:lstStyle/>
        <a:p>
          <a:endParaRPr lang="en-US"/>
        </a:p>
      </dgm:t>
    </dgm:pt>
    <dgm:pt modelId="{550ACA43-2735-4A2A-B750-C30774D99FAE}">
      <dgm:prSet/>
      <dgm:spPr/>
      <dgm:t>
        <a:bodyPr/>
        <a:lstStyle/>
        <a:p>
          <a:r>
            <a:rPr lang="en-IN"/>
            <a:t>3. </a:t>
          </a:r>
          <a:r>
            <a:rPr lang="en-IN" b="1"/>
            <a:t>Davies-Bouldin Index (DBI)</a:t>
          </a:r>
          <a:endParaRPr lang="en-US"/>
        </a:p>
      </dgm:t>
    </dgm:pt>
    <dgm:pt modelId="{AC015B29-A5D7-47C5-BBA6-AE8D20BEE366}" type="parTrans" cxnId="{C66905A3-CAC2-4308-B2C2-F9CF01FF6C9C}">
      <dgm:prSet/>
      <dgm:spPr/>
      <dgm:t>
        <a:bodyPr/>
        <a:lstStyle/>
        <a:p>
          <a:endParaRPr lang="en-US"/>
        </a:p>
      </dgm:t>
    </dgm:pt>
    <dgm:pt modelId="{20289CC4-C2B1-413B-BC16-245DCE6EE1AF}" type="sibTrans" cxnId="{C66905A3-CAC2-4308-B2C2-F9CF01FF6C9C}">
      <dgm:prSet/>
      <dgm:spPr/>
      <dgm:t>
        <a:bodyPr/>
        <a:lstStyle/>
        <a:p>
          <a:endParaRPr lang="en-US"/>
        </a:p>
      </dgm:t>
    </dgm:pt>
    <dgm:pt modelId="{EBDE9304-0074-4948-8589-38F3F2AF8893}">
      <dgm:prSet/>
      <dgm:spPr/>
      <dgm:t>
        <a:bodyPr/>
        <a:lstStyle/>
        <a:p>
          <a:r>
            <a:rPr lang="en-IN"/>
            <a:t>4. </a:t>
          </a:r>
          <a:r>
            <a:rPr lang="en-IN" b="1"/>
            <a:t>Calinski-Harabasz Index</a:t>
          </a:r>
          <a:r>
            <a:rPr lang="en-IN"/>
            <a:t> (a.k.a. Variance Ratio Criterion)</a:t>
          </a:r>
          <a:endParaRPr lang="en-US"/>
        </a:p>
      </dgm:t>
    </dgm:pt>
    <dgm:pt modelId="{895C8184-B271-438D-AF27-7D9F4749BBF3}" type="parTrans" cxnId="{CC666797-48EE-4F3C-A176-54DC7BE57C71}">
      <dgm:prSet/>
      <dgm:spPr/>
      <dgm:t>
        <a:bodyPr/>
        <a:lstStyle/>
        <a:p>
          <a:endParaRPr lang="en-US"/>
        </a:p>
      </dgm:t>
    </dgm:pt>
    <dgm:pt modelId="{9D2802E0-0371-48B5-9D0C-5557217B4B8B}" type="sibTrans" cxnId="{CC666797-48EE-4F3C-A176-54DC7BE57C71}">
      <dgm:prSet/>
      <dgm:spPr/>
      <dgm:t>
        <a:bodyPr/>
        <a:lstStyle/>
        <a:p>
          <a:endParaRPr lang="en-US"/>
        </a:p>
      </dgm:t>
    </dgm:pt>
    <dgm:pt modelId="{A098B80E-56C6-4F04-85DC-DD386D385AC4}" type="pres">
      <dgm:prSet presAssocID="{CF9C6BCB-18E1-4C4D-9E49-AB411B292AD3}" presName="linear" presStyleCnt="0">
        <dgm:presLayoutVars>
          <dgm:animLvl val="lvl"/>
          <dgm:resizeHandles val="exact"/>
        </dgm:presLayoutVars>
      </dgm:prSet>
      <dgm:spPr/>
    </dgm:pt>
    <dgm:pt modelId="{CA47F947-1637-4D00-881F-BBAED0758A8F}" type="pres">
      <dgm:prSet presAssocID="{BCBFFEB6-186B-436D-9738-749022A56B3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CC1E6E7-29FB-4B8A-92A4-63818FFD1033}" type="pres">
      <dgm:prSet presAssocID="{5D9008D4-DEA3-40BE-BC11-07BD39161DC9}" presName="spacer" presStyleCnt="0"/>
      <dgm:spPr/>
    </dgm:pt>
    <dgm:pt modelId="{C12D8E1F-378F-4F60-A52D-E9CF29B3DC26}" type="pres">
      <dgm:prSet presAssocID="{99BEF510-ED06-45CB-9A56-E21CACC93BE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6249840-4B9C-4388-A6A1-AF97757C3851}" type="pres">
      <dgm:prSet presAssocID="{5B415AA0-7B79-4C52-B02F-82F6F0E283E1}" presName="spacer" presStyleCnt="0"/>
      <dgm:spPr/>
    </dgm:pt>
    <dgm:pt modelId="{92C7ACE1-0C39-4966-AA61-DC0DC2FD4ADA}" type="pres">
      <dgm:prSet presAssocID="{550ACA43-2735-4A2A-B750-C30774D99FA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964B598-C816-4810-97F0-BC2734056C00}" type="pres">
      <dgm:prSet presAssocID="{20289CC4-C2B1-413B-BC16-245DCE6EE1AF}" presName="spacer" presStyleCnt="0"/>
      <dgm:spPr/>
    </dgm:pt>
    <dgm:pt modelId="{49E6EF12-F105-40C1-9EE4-E4BA818D6410}" type="pres">
      <dgm:prSet presAssocID="{EBDE9304-0074-4948-8589-38F3F2AF889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DB2CB41-CCF0-4301-AAF3-AD23041FDE99}" srcId="{CF9C6BCB-18E1-4C4D-9E49-AB411B292AD3}" destId="{BCBFFEB6-186B-436D-9738-749022A56B36}" srcOrd="0" destOrd="0" parTransId="{84F6E816-A4CA-4831-B173-C4153B172D8B}" sibTransId="{5D9008D4-DEA3-40BE-BC11-07BD39161DC9}"/>
    <dgm:cxn modelId="{534F786C-773C-45BC-AA50-99F587CC2AF0}" type="presOf" srcId="{99BEF510-ED06-45CB-9A56-E21CACC93BEB}" destId="{C12D8E1F-378F-4F60-A52D-E9CF29B3DC26}" srcOrd="0" destOrd="0" presId="urn:microsoft.com/office/officeart/2005/8/layout/vList2"/>
    <dgm:cxn modelId="{69DA537A-EF22-4633-B138-7A8F2AAAFF12}" srcId="{CF9C6BCB-18E1-4C4D-9E49-AB411B292AD3}" destId="{99BEF510-ED06-45CB-9A56-E21CACC93BEB}" srcOrd="1" destOrd="0" parTransId="{3CA8E7C3-DFAC-47D6-BA77-5F20446199C2}" sibTransId="{5B415AA0-7B79-4C52-B02F-82F6F0E283E1}"/>
    <dgm:cxn modelId="{CC666797-48EE-4F3C-A176-54DC7BE57C71}" srcId="{CF9C6BCB-18E1-4C4D-9E49-AB411B292AD3}" destId="{EBDE9304-0074-4948-8589-38F3F2AF8893}" srcOrd="3" destOrd="0" parTransId="{895C8184-B271-438D-AF27-7D9F4749BBF3}" sibTransId="{9D2802E0-0371-48B5-9D0C-5557217B4B8B}"/>
    <dgm:cxn modelId="{C66905A3-CAC2-4308-B2C2-F9CF01FF6C9C}" srcId="{CF9C6BCB-18E1-4C4D-9E49-AB411B292AD3}" destId="{550ACA43-2735-4A2A-B750-C30774D99FAE}" srcOrd="2" destOrd="0" parTransId="{AC015B29-A5D7-47C5-BBA6-AE8D20BEE366}" sibTransId="{20289CC4-C2B1-413B-BC16-245DCE6EE1AF}"/>
    <dgm:cxn modelId="{2D8B96AC-5306-45FF-A9D2-61FD424F010A}" type="presOf" srcId="{550ACA43-2735-4A2A-B750-C30774D99FAE}" destId="{92C7ACE1-0C39-4966-AA61-DC0DC2FD4ADA}" srcOrd="0" destOrd="0" presId="urn:microsoft.com/office/officeart/2005/8/layout/vList2"/>
    <dgm:cxn modelId="{09819DB9-4721-4D58-9061-84E3EFE6F843}" type="presOf" srcId="{CF9C6BCB-18E1-4C4D-9E49-AB411B292AD3}" destId="{A098B80E-56C6-4F04-85DC-DD386D385AC4}" srcOrd="0" destOrd="0" presId="urn:microsoft.com/office/officeart/2005/8/layout/vList2"/>
    <dgm:cxn modelId="{3963B8C3-973D-44B4-9B9B-D3E3F9F80E59}" type="presOf" srcId="{BCBFFEB6-186B-436D-9738-749022A56B36}" destId="{CA47F947-1637-4D00-881F-BBAED0758A8F}" srcOrd="0" destOrd="0" presId="urn:microsoft.com/office/officeart/2005/8/layout/vList2"/>
    <dgm:cxn modelId="{BC0327CF-48AB-4550-815C-8700B25E51DB}" type="presOf" srcId="{EBDE9304-0074-4948-8589-38F3F2AF8893}" destId="{49E6EF12-F105-40C1-9EE4-E4BA818D6410}" srcOrd="0" destOrd="0" presId="urn:microsoft.com/office/officeart/2005/8/layout/vList2"/>
    <dgm:cxn modelId="{8B017123-764E-4027-BE75-E9154587D2DB}" type="presParOf" srcId="{A098B80E-56C6-4F04-85DC-DD386D385AC4}" destId="{CA47F947-1637-4D00-881F-BBAED0758A8F}" srcOrd="0" destOrd="0" presId="urn:microsoft.com/office/officeart/2005/8/layout/vList2"/>
    <dgm:cxn modelId="{C68249AB-76FD-43B6-9BAA-1EF38296E983}" type="presParOf" srcId="{A098B80E-56C6-4F04-85DC-DD386D385AC4}" destId="{DCC1E6E7-29FB-4B8A-92A4-63818FFD1033}" srcOrd="1" destOrd="0" presId="urn:microsoft.com/office/officeart/2005/8/layout/vList2"/>
    <dgm:cxn modelId="{77173C8E-C306-4DF5-AEEF-A85BE82009CA}" type="presParOf" srcId="{A098B80E-56C6-4F04-85DC-DD386D385AC4}" destId="{C12D8E1F-378F-4F60-A52D-E9CF29B3DC26}" srcOrd="2" destOrd="0" presId="urn:microsoft.com/office/officeart/2005/8/layout/vList2"/>
    <dgm:cxn modelId="{3173AE37-4603-4857-BAA1-1351D3B57153}" type="presParOf" srcId="{A098B80E-56C6-4F04-85DC-DD386D385AC4}" destId="{D6249840-4B9C-4388-A6A1-AF97757C3851}" srcOrd="3" destOrd="0" presId="urn:microsoft.com/office/officeart/2005/8/layout/vList2"/>
    <dgm:cxn modelId="{85674812-7BD6-4A18-9641-37F6E9CF84F5}" type="presParOf" srcId="{A098B80E-56C6-4F04-85DC-DD386D385AC4}" destId="{92C7ACE1-0C39-4966-AA61-DC0DC2FD4ADA}" srcOrd="4" destOrd="0" presId="urn:microsoft.com/office/officeart/2005/8/layout/vList2"/>
    <dgm:cxn modelId="{CD60AA92-F987-44E8-B148-DA183FF8645E}" type="presParOf" srcId="{A098B80E-56C6-4F04-85DC-DD386D385AC4}" destId="{B964B598-C816-4810-97F0-BC2734056C00}" srcOrd="5" destOrd="0" presId="urn:microsoft.com/office/officeart/2005/8/layout/vList2"/>
    <dgm:cxn modelId="{568C8A0B-A269-4B26-B1B1-A92AC4223A9A}" type="presParOf" srcId="{A098B80E-56C6-4F04-85DC-DD386D385AC4}" destId="{49E6EF12-F105-40C1-9EE4-E4BA818D641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DF0C53-CA53-4DD7-BC85-2BE508F0F81F}">
      <dsp:nvSpPr>
        <dsp:cNvPr id="0" name=""/>
        <dsp:cNvSpPr/>
      </dsp:nvSpPr>
      <dsp:spPr>
        <a:xfrm>
          <a:off x="0" y="682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301E84-0DD6-4478-9B37-905885DC4E1B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AE7819-507A-4384-818B-3C0C8E6725B9}">
      <dsp:nvSpPr>
        <dsp:cNvPr id="0" name=""/>
        <dsp:cNvSpPr/>
      </dsp:nvSpPr>
      <dsp:spPr>
        <a:xfrm>
          <a:off x="1844034" y="682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1. </a:t>
          </a:r>
          <a:r>
            <a:rPr lang="en-US" sz="2500" b="1" kern="1200"/>
            <a:t>K-Means Clustering</a:t>
          </a:r>
          <a:r>
            <a:rPr lang="en-US" sz="2500" kern="1200"/>
            <a:t> (most common)</a:t>
          </a:r>
        </a:p>
      </dsp:txBody>
      <dsp:txXfrm>
        <a:off x="1844034" y="682"/>
        <a:ext cx="4401230" cy="1596566"/>
      </dsp:txXfrm>
    </dsp:sp>
    <dsp:sp modelId="{9EF366C7-3DA7-4D84-960E-D5E585E4C51B}">
      <dsp:nvSpPr>
        <dsp:cNvPr id="0" name=""/>
        <dsp:cNvSpPr/>
      </dsp:nvSpPr>
      <dsp:spPr>
        <a:xfrm>
          <a:off x="0" y="1996390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F036F7-5BF7-47C0-B881-0F93652BD165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7199F9-5F90-4C0B-B896-538C8816C0CE}">
      <dsp:nvSpPr>
        <dsp:cNvPr id="0" name=""/>
        <dsp:cNvSpPr/>
      </dsp:nvSpPr>
      <dsp:spPr>
        <a:xfrm>
          <a:off x="1844034" y="1996390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2. </a:t>
          </a:r>
          <a:r>
            <a:rPr lang="en-IN" sz="2500" b="1" kern="1200"/>
            <a:t>Hierarchical Clustering</a:t>
          </a:r>
          <a:endParaRPr lang="en-US" sz="2500" kern="1200"/>
        </a:p>
      </dsp:txBody>
      <dsp:txXfrm>
        <a:off x="1844034" y="1996390"/>
        <a:ext cx="4401230" cy="1596566"/>
      </dsp:txXfrm>
    </dsp:sp>
    <dsp:sp modelId="{0DE653E5-74C3-47F7-9DC6-5FBD40B5AC8C}">
      <dsp:nvSpPr>
        <dsp:cNvPr id="0" name=""/>
        <dsp:cNvSpPr/>
      </dsp:nvSpPr>
      <dsp:spPr>
        <a:xfrm>
          <a:off x="0" y="3992098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8E7B7D-CFB3-4432-85AE-DF5F24B82F1E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85A0F5-1EFA-44E6-92C6-4742BC64A712}">
      <dsp:nvSpPr>
        <dsp:cNvPr id="0" name=""/>
        <dsp:cNvSpPr/>
      </dsp:nvSpPr>
      <dsp:spPr>
        <a:xfrm>
          <a:off x="1844034" y="3992098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3. </a:t>
          </a:r>
          <a:r>
            <a:rPr lang="en-US" sz="2500" b="1" kern="1200"/>
            <a:t>DBSCAN (Density-Based Spatial Clustering of Applications with Noise)</a:t>
          </a:r>
          <a:endParaRPr lang="en-US" sz="2500" kern="1200"/>
        </a:p>
      </dsp:txBody>
      <dsp:txXfrm>
        <a:off x="1844034" y="3992098"/>
        <a:ext cx="4401230" cy="15965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47F947-1637-4D00-881F-BBAED0758A8F}">
      <dsp:nvSpPr>
        <dsp:cNvPr id="0" name=""/>
        <dsp:cNvSpPr/>
      </dsp:nvSpPr>
      <dsp:spPr>
        <a:xfrm>
          <a:off x="0" y="42799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1. </a:t>
          </a:r>
          <a:r>
            <a:rPr lang="en-US" sz="3200" b="1" kern="1200"/>
            <a:t>Inertia (Within-Cluster Sum of Squares - WCSS)</a:t>
          </a:r>
          <a:endParaRPr lang="en-US" sz="3200" kern="1200"/>
        </a:p>
      </dsp:txBody>
      <dsp:txXfrm>
        <a:off x="62141" y="104940"/>
        <a:ext cx="6542551" cy="1148678"/>
      </dsp:txXfrm>
    </dsp:sp>
    <dsp:sp modelId="{C12D8E1F-378F-4F60-A52D-E9CF29B3DC26}">
      <dsp:nvSpPr>
        <dsp:cNvPr id="0" name=""/>
        <dsp:cNvSpPr/>
      </dsp:nvSpPr>
      <dsp:spPr>
        <a:xfrm>
          <a:off x="0" y="1407919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2. </a:t>
          </a:r>
          <a:r>
            <a:rPr lang="en-IN" sz="3200" b="1" kern="1200"/>
            <a:t>Silhouette Score</a:t>
          </a:r>
          <a:endParaRPr lang="en-US" sz="3200" kern="1200"/>
        </a:p>
      </dsp:txBody>
      <dsp:txXfrm>
        <a:off x="62141" y="1470060"/>
        <a:ext cx="6542551" cy="1148678"/>
      </dsp:txXfrm>
    </dsp:sp>
    <dsp:sp modelId="{92C7ACE1-0C39-4966-AA61-DC0DC2FD4ADA}">
      <dsp:nvSpPr>
        <dsp:cNvPr id="0" name=""/>
        <dsp:cNvSpPr/>
      </dsp:nvSpPr>
      <dsp:spPr>
        <a:xfrm>
          <a:off x="0" y="2773040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3. </a:t>
          </a:r>
          <a:r>
            <a:rPr lang="en-IN" sz="3200" b="1" kern="1200"/>
            <a:t>Davies-Bouldin Index (DBI)</a:t>
          </a:r>
          <a:endParaRPr lang="en-US" sz="3200" kern="1200"/>
        </a:p>
      </dsp:txBody>
      <dsp:txXfrm>
        <a:off x="62141" y="2835181"/>
        <a:ext cx="6542551" cy="1148678"/>
      </dsp:txXfrm>
    </dsp:sp>
    <dsp:sp modelId="{49E6EF12-F105-40C1-9EE4-E4BA818D6410}">
      <dsp:nvSpPr>
        <dsp:cNvPr id="0" name=""/>
        <dsp:cNvSpPr/>
      </dsp:nvSpPr>
      <dsp:spPr>
        <a:xfrm>
          <a:off x="0" y="4138160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4. </a:t>
          </a:r>
          <a:r>
            <a:rPr lang="en-IN" sz="3200" b="1" kern="1200"/>
            <a:t>Calinski-Harabasz Index</a:t>
          </a:r>
          <a:r>
            <a:rPr lang="en-IN" sz="3200" kern="1200"/>
            <a:t> (a.k.a. Variance Ratio Criterion)</a:t>
          </a:r>
          <a:endParaRPr lang="en-US" sz="3200" kern="1200"/>
        </a:p>
      </dsp:txBody>
      <dsp:txXfrm>
        <a:off x="62141" y="4200301"/>
        <a:ext cx="6542551" cy="11486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3E0C9-B001-9C73-1E2C-5E0D5A4B98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1BF008-87BD-4BE7-5384-3609C779E1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F726E-2B38-5E53-1B99-074714F4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7CD50-2D0D-4ABD-8D29-C420BE22C132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A525D-B7D2-5475-5ACB-C8C6EDAD4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67C49-4B6C-0F9A-E14C-DE99CCAF2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25088-18FD-4835-89D5-A1BE79DE7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716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21203-4434-E913-318F-9BBBE1568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BD732-F90F-08FA-B6AA-9D1BD9468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B39D4-82F7-AAD5-067B-2D7E71139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7CD50-2D0D-4ABD-8D29-C420BE22C132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24D81-89A2-2FFB-45AB-5D7E8A19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2127D-D146-AFBB-5C16-DACE8F36C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25088-18FD-4835-89D5-A1BE79DE7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0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234E1-6D9C-B2E7-011E-47EE7FAAB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24DEC-21F2-CE04-2AB5-DA32D08EA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AF8BB-C96B-2FC3-0468-9925B8F8A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7CD50-2D0D-4ABD-8D29-C420BE22C132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E810C-831F-741E-2456-F18254A64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A2725-DABF-AD12-B5FB-80C3813A3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25088-18FD-4835-89D5-A1BE79DE7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5628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F470B-3B40-7646-478C-A260C3B30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EF5AB-03B4-329C-1C97-6562BE22EC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D0CB94-C651-81AE-06EF-7B3DC8C3F5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B4CAC6-3DEA-0DA2-78D0-C33CA223F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7CD50-2D0D-4ABD-8D29-C420BE22C132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8B6E52-9A94-AF57-E6DD-6D734524C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F16A3-4702-36D7-F7D2-DFAD6BD36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25088-18FD-4835-89D5-A1BE79DE7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313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F3C47-3B01-248D-5245-C571A5B9F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228C4C-BF92-C810-978F-927957E44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9658A6-C56A-0AAD-4E16-9DE925DEA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5E277C-D438-63C1-18B3-2653FD256E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248095-751F-1AA2-CEAA-67CB24A74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0978C9-DC19-7DEF-92C1-3BAAE9DD8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7CD50-2D0D-4ABD-8D29-C420BE22C132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C2F7FF-7184-C47C-D054-2F34450FD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C7DDC9-7912-3B87-2363-846C3415B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25088-18FD-4835-89D5-A1BE79DE7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874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DA440-B8B6-4193-BF12-05986F512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15F15D-EB69-91EB-4C0D-9796BC578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7CD50-2D0D-4ABD-8D29-C420BE22C132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D329D0-6A29-CDED-26FB-DE8D20896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DF0F36-FF33-AB86-A31F-FFA51C1DD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25088-18FD-4835-89D5-A1BE79DE7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921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DBDAA0-AEDA-A910-9F5A-6C393CCC0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7CD50-2D0D-4ABD-8D29-C420BE22C132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88676A-CC63-E552-D40D-02DEF2E26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261889-4FED-F60D-4D8E-CC244444D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25088-18FD-4835-89D5-A1BE79DE7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702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7B93C-58EF-4799-5EB8-D660E97EC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F686B-2331-724D-881F-2A48EE947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3095CA-A3B1-7126-D378-90C7764F27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0C44A5-BECA-C583-1E0F-F1B9A1886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7CD50-2D0D-4ABD-8D29-C420BE22C132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9A1E74-9E5F-94DD-98E7-620181834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860AE3-FC70-DDA6-2971-8EF30E0C1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25088-18FD-4835-89D5-A1BE79DE7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907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5ECF4-F4A6-20D0-B6F9-9AAB08989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03A768-7143-29D5-9298-3283342DCA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27DC98-8316-D1CD-661F-D87FF3576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54AAAB-A04A-A128-7477-AD48FCF32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7CD50-2D0D-4ABD-8D29-C420BE22C132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328D5-6EA7-5C5E-1D0A-FDBD842C4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8F5250-1551-8923-EDB3-88CB475FA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25088-18FD-4835-89D5-A1BE79DE7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236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1150D-F106-1024-A6BC-2F36E9553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E4E67-70F9-5001-61D5-47B929B99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F0E64-50E8-EBB8-7643-AE5E0BC2D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7CD50-2D0D-4ABD-8D29-C420BE22C132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B7D97-4B8B-28FB-C7A3-11F533499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03EA9-CA39-4145-C90D-A5052FCC1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25088-18FD-4835-89D5-A1BE79DE7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350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6C8CFF-6A40-F4CF-3026-198A2EECA8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5F6F58-1B29-6EBC-E3A6-E71208FF9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23C1E-790B-E8D5-193D-80E743D0D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7CD50-2D0D-4ABD-8D29-C420BE22C132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DD743-08F3-4326-C01E-C414DDDE6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A1E52-6A37-2304-60AE-5C7524FF4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25088-18FD-4835-89D5-A1BE79DE7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9872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EE438D-7801-8153-3592-CEC10FEC4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C7EC6B-36E9-2E16-AA2F-362A65507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9856F-5253-731D-81DE-0274FE76C5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27CD50-2D0D-4ABD-8D29-C420BE22C132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4BFA6-44A1-6C09-AA93-1E395DE2D9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853C9-0577-D1B9-A109-4E61F3968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E25088-18FD-4835-89D5-A1BE79DE7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143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ngle view of neural network branches">
            <a:extLst>
              <a:ext uri="{FF2B5EF4-FFF2-40B4-BE49-F238E27FC236}">
                <a16:creationId xmlns:a16="http://schemas.microsoft.com/office/drawing/2014/main" id="{1D6227F1-4735-EC53-2F85-8CC95A2BDF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3934" y="1860919"/>
            <a:ext cx="497528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5DF70F-A041-E4B0-B798-D7AD41C9BE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0528" y="2299176"/>
            <a:ext cx="4131368" cy="1571164"/>
          </a:xfrm>
        </p:spPr>
        <p:txBody>
          <a:bodyPr anchor="t">
            <a:normAutofit/>
          </a:bodyPr>
          <a:lstStyle/>
          <a:p>
            <a:pPr algn="l"/>
            <a:r>
              <a:rPr lang="en-IN" sz="3600"/>
              <a:t>Clustering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950F05-7CFC-9A5C-4422-1897698A9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90529" y="4199213"/>
            <a:ext cx="4191938" cy="598548"/>
          </a:xfrm>
        </p:spPr>
        <p:txBody>
          <a:bodyPr anchor="ctr">
            <a:normAutofit/>
          </a:bodyPr>
          <a:lstStyle/>
          <a:p>
            <a:pPr algn="l"/>
            <a:r>
              <a:rPr lang="en-IN" sz="1800"/>
              <a:t>Mahipal Singh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3170" y="403477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277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378686-B4EA-DFBD-613F-7840AB292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Clustering</a:t>
            </a:r>
            <a:endParaRPr lang="en-IN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2AF42-7D63-0BF6-AFCD-4F9F62BEC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1656080"/>
            <a:ext cx="5080198" cy="4851724"/>
          </a:xfrm>
        </p:spPr>
        <p:txBody>
          <a:bodyPr anchor="ctr">
            <a:normAutofit/>
          </a:bodyPr>
          <a:lstStyle/>
          <a:p>
            <a:r>
              <a:rPr lang="en-US" sz="2000" dirty="0"/>
              <a:t>Clustering is an </a:t>
            </a:r>
            <a:r>
              <a:rPr lang="en-US" sz="2000" b="1" dirty="0"/>
              <a:t>unsupervised learning technique</a:t>
            </a:r>
            <a:r>
              <a:rPr lang="en-US" sz="2000" dirty="0"/>
              <a:t> used to group similar data points together based on their features.</a:t>
            </a:r>
          </a:p>
          <a:p>
            <a:r>
              <a:rPr lang="en-US" sz="2000" dirty="0"/>
              <a:t>No labels provided — the model finds structure in the data.</a:t>
            </a:r>
          </a:p>
          <a:p>
            <a:r>
              <a:rPr lang="en-US" sz="2000" dirty="0"/>
              <a:t>Goal: </a:t>
            </a:r>
            <a:r>
              <a:rPr lang="en-US" sz="2000" b="1" dirty="0"/>
              <a:t>Group similar data points</a:t>
            </a:r>
            <a:r>
              <a:rPr lang="en-US" sz="2000" dirty="0"/>
              <a:t> into clusters such that:</a:t>
            </a:r>
          </a:p>
          <a:p>
            <a:pPr lvl="1"/>
            <a:r>
              <a:rPr lang="en-US" sz="2000" dirty="0"/>
              <a:t>Points </a:t>
            </a:r>
            <a:r>
              <a:rPr lang="en-US" sz="2000" b="1" dirty="0"/>
              <a:t>within</a:t>
            </a:r>
            <a:r>
              <a:rPr lang="en-US" sz="2000" dirty="0"/>
              <a:t> a cluster are similar.</a:t>
            </a:r>
          </a:p>
          <a:p>
            <a:pPr lvl="1"/>
            <a:r>
              <a:rPr lang="en-US" sz="2000" dirty="0"/>
              <a:t>Points </a:t>
            </a:r>
            <a:r>
              <a:rPr lang="en-US" sz="2000" b="1" dirty="0"/>
              <a:t>across</a:t>
            </a:r>
            <a:r>
              <a:rPr lang="en-US" sz="2000" dirty="0"/>
              <a:t> clusters are dissimilar.</a:t>
            </a:r>
          </a:p>
          <a:p>
            <a:endParaRPr lang="en-IN" sz="2000" dirty="0"/>
          </a:p>
        </p:txBody>
      </p:sp>
      <p:pic>
        <p:nvPicPr>
          <p:cNvPr id="5" name="Picture 4" descr="A network formed by white dots">
            <a:extLst>
              <a:ext uri="{FF2B5EF4-FFF2-40B4-BE49-F238E27FC236}">
                <a16:creationId xmlns:a16="http://schemas.microsoft.com/office/drawing/2014/main" id="{3C62E333-BD17-41E7-E18A-2170992C3D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479" r="-1" b="-1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037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36E445-E498-76D1-647C-A695CAA40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IN" sz="4000" b="1"/>
              <a:t>Real-Life Examples</a:t>
            </a:r>
            <a:br>
              <a:rPr lang="en-IN" sz="4000" b="1"/>
            </a:br>
            <a:endParaRPr lang="en-IN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DA278-0EF4-673A-A0A1-622F7545B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1686560"/>
            <a:ext cx="4646905" cy="4669789"/>
          </a:xfrm>
        </p:spPr>
        <p:txBody>
          <a:bodyPr anchor="ctr">
            <a:normAutofit/>
          </a:bodyPr>
          <a:lstStyle/>
          <a:p>
            <a:r>
              <a:rPr lang="en-IN" sz="2000" dirty="0"/>
              <a:t>📸 Photo organization (by faces, locations)</a:t>
            </a:r>
          </a:p>
          <a:p>
            <a:r>
              <a:rPr lang="en-IN" sz="2000" dirty="0"/>
              <a:t>🎵 Music/movie recommendations (grouping similar users)</a:t>
            </a:r>
          </a:p>
          <a:p>
            <a:r>
              <a:rPr lang="en-IN" sz="2000" dirty="0"/>
              <a:t>🛍️ Market segmentation (grouping customers by </a:t>
            </a:r>
            <a:r>
              <a:rPr lang="en-IN" sz="2000" dirty="0" err="1"/>
              <a:t>behavior</a:t>
            </a:r>
            <a:r>
              <a:rPr lang="en-IN" sz="2000" dirty="0"/>
              <a:t>)</a:t>
            </a:r>
          </a:p>
          <a:p>
            <a:r>
              <a:rPr lang="en-IN" sz="2000" dirty="0"/>
              <a:t>📊 Anomaly detection (fraud detection, outliers)</a:t>
            </a:r>
          </a:p>
          <a:p>
            <a:endParaRPr lang="en-IN" sz="2000" dirty="0"/>
          </a:p>
        </p:txBody>
      </p:sp>
      <p:pic>
        <p:nvPicPr>
          <p:cNvPr id="5" name="Picture 4" descr="Drawings on colorful paper">
            <a:extLst>
              <a:ext uri="{FF2B5EF4-FFF2-40B4-BE49-F238E27FC236}">
                <a16:creationId xmlns:a16="http://schemas.microsoft.com/office/drawing/2014/main" id="{CAE2C621-EBDE-4104-0389-687BD8E715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71" r="30428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855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51082-6C62-4364-1343-B850406B8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IN" sz="6200"/>
              <a:t>Types of Clustering Algorithms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A31F21C-EF4D-53B9-D3FB-66DC752EE2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3404773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2964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F0C47C-1B80-0928-D7CC-E4E024824A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0" y="643466"/>
            <a:ext cx="1012952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155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E1FCC1-709C-E9C9-0D28-C75539070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Continue..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A011BE-EF26-31C0-8C64-1C87BC6FD0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283455"/>
            <a:ext cx="6780700" cy="428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052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CD7EAF-197F-6A11-9F34-3B7248A5FB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4640" y="643466"/>
            <a:ext cx="955040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261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CB65C6-8D70-CE2C-6E5B-88E0058AFC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2321" y="640080"/>
            <a:ext cx="10647680" cy="577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733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350987-951D-6249-FC7E-1E00EC798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Evaluation Metrics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4E04378-B54A-3E79-75E2-3DF2713D36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149511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7531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3D9F9F-D620-6508-7AB3-C1607E30D2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8960" y="643466"/>
            <a:ext cx="893064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740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1F00F9-DF06-F762-AA9B-2084AC5983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2240" y="643466"/>
            <a:ext cx="874776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614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C1078D-4B4A-AEA5-6D4A-687CC41539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6080" y="643466"/>
            <a:ext cx="869696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087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54DEAB-9BCE-36D6-696F-FEFC15C647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961727"/>
            <a:ext cx="10905066" cy="4934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2552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DD4B95-8973-71BE-AE50-DA9700D548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275249"/>
            <a:ext cx="10905066" cy="4307500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542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167</Words>
  <Application>Microsoft Office PowerPoint</Application>
  <PresentationFormat>Widescreen</PresentationFormat>
  <Paragraphs>23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Clustering</vt:lpstr>
      <vt:lpstr>Clustering</vt:lpstr>
      <vt:lpstr>Real-Life Examples </vt:lpstr>
      <vt:lpstr>Types of Clustering Algorithms</vt:lpstr>
      <vt:lpstr>PowerPoint Presentation</vt:lpstr>
      <vt:lpstr>Continue..</vt:lpstr>
      <vt:lpstr>PowerPoint Presentation</vt:lpstr>
      <vt:lpstr>PowerPoint Presentation</vt:lpstr>
      <vt:lpstr>Evaluation Metrics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Mahipal Singh</dc:creator>
  <cp:lastModifiedBy>Mahipal Singh</cp:lastModifiedBy>
  <cp:revision>2</cp:revision>
  <dcterms:created xsi:type="dcterms:W3CDTF">2025-07-03T09:24:45Z</dcterms:created>
  <dcterms:modified xsi:type="dcterms:W3CDTF">2025-07-03T09:40:18Z</dcterms:modified>
</cp:coreProperties>
</file>