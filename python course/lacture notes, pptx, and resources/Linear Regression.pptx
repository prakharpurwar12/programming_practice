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63" r:id="rId6"/>
    <p:sldId id="262" r:id="rId7"/>
    <p:sldId id="260" r:id="rId8"/>
    <p:sldId id="261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82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A357A-F78E-3697-B020-DC7783D24A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7FE3D5-97E5-055A-33FA-612549F0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5272B-DDC8-1287-DB77-978071DB6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C8B-7E67-4DCD-A494-1A53E5D37079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48DB4-648C-76A3-97ED-1DC13BF2F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1CAB4-7666-BC0B-01D4-FF2CDA90F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A6E1-B0E5-4D0A-977D-FD6A6604B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434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6B1AA-BA71-B75C-EA9D-2A8DF52FF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B10D4-E825-B8D2-4CB6-0DF49BA92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440EE-AEF5-7E10-0004-5835A834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C8B-7E67-4DCD-A494-1A53E5D37079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0248E-549D-A52F-BA8F-AF9909ACC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5CF5E-2AE4-AC59-946F-8A45E7D8F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A6E1-B0E5-4D0A-977D-FD6A6604B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192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FA31E-136D-2F23-7E40-7E6BC6405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F05D3-17DA-AC2C-EF70-D04A04C76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E0FB4-8B20-B26C-DBFD-2103FB71C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C8B-7E67-4DCD-A494-1A53E5D37079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7D29D-5CEC-200E-BC14-0C41DAC88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7A689-3091-CF5F-0543-AC9AC6EC4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A6E1-B0E5-4D0A-977D-FD6A6604B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720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3D5CA-3505-54C7-903E-4D4EE5E82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01FC7-2BCB-0B43-630F-7777B05F5D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F25011-958B-2D32-DE1B-51FF6F18F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0E328-0DA2-311C-C2FB-E07326C54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C8B-7E67-4DCD-A494-1A53E5D37079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57DA5-2A98-B42E-8EF7-4599C6FA9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88480-9A77-238B-AA07-B61D2E3AC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A6E1-B0E5-4D0A-977D-FD6A6604B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909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3D7C4-22B4-A27D-D886-346F65654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6DBE1-FC0D-CFB9-3837-7D6274EF5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372137-D7CE-BB4C-B654-BACB55837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EA0E3A-2F43-785D-FE0F-7EBA16B94A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CDB132-29A5-15E9-7FC7-53327FA292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757972-E0A6-8B04-DE32-A029ED6B8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C8B-7E67-4DCD-A494-1A53E5D37079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D8E793-7107-E612-256F-304BF1F12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A8FBA9-A7F0-1ED9-1743-30A9C5D8E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A6E1-B0E5-4D0A-977D-FD6A6604B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979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6BEA8-837B-14DF-5262-2622EB993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02EA2B-1617-E35E-7288-72A2256A6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C8B-7E67-4DCD-A494-1A53E5D37079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AB6214-B73D-0829-F146-1AEED1F51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BB85EE-070E-AD35-6EBD-35FF558A2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A6E1-B0E5-4D0A-977D-FD6A6604B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573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F9D65B-3CEA-D066-DE77-92E7888A2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C8B-7E67-4DCD-A494-1A53E5D37079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04BFAD-9E7B-2257-B17D-B1F07B0F3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22313-0365-3919-DE33-BCFC69E02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A6E1-B0E5-4D0A-977D-FD6A6604B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088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8C39C-AD5F-4DC9-996D-051C983DD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59C85-962A-0B99-21B4-32E82EF09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4B8EAC-2F9A-3EDE-A660-34079F9DC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1CA91D-0C65-47BB-03D8-259CCB6F7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C8B-7E67-4DCD-A494-1A53E5D37079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F2CB8-F923-2C5C-2D93-45D5EC408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0A663-188D-AB76-C7E2-1FF4A0A1F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A6E1-B0E5-4D0A-977D-FD6A6604B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731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7CA33-887B-BC8B-6FF8-30E42C3D6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B76C2C-66EA-8C62-4D47-98B2F57A08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AC81BC-1303-3E1D-6B60-B59A834D4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FF793-5BCE-B490-592F-8AC7EDE10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C8B-7E67-4DCD-A494-1A53E5D37079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AA574B-E405-3129-5A76-DDB1E97EA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05E46C-6BAA-7F81-D921-72AECF098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A6E1-B0E5-4D0A-977D-FD6A6604B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124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E8C7-A000-C00E-7B3D-007B8B208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0A5D72-2EC1-EA97-4110-E8B64F9DE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B1F3D-4B26-997B-55BB-2D65D24AA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C8B-7E67-4DCD-A494-1A53E5D37079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30E27-D36C-4FDE-16E2-9225D4491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0467-C28B-07EF-29C9-8CB155378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A6E1-B0E5-4D0A-977D-FD6A6604B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774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4C0F7C-C535-7ECC-70D0-44BEF0B9CD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131752-FD88-D255-31AE-CE7604527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B1442-E436-EE7E-7B31-C97DE4F55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AC8B-7E67-4DCD-A494-1A53E5D37079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5F21A-8135-04AE-FC44-600132D09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7FAD0-1E2C-39CE-A6C4-D52D601C7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A6E1-B0E5-4D0A-977D-FD6A6604B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731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827A45-1959-B9A9-F1FA-13FD686A2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B449C-07D1-AF66-7ADF-D1B2DF91C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9DBE2-90D4-8C40-EEB2-4F7B8FE315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DDAC8B-7E67-4DCD-A494-1A53E5D37079}" type="datetimeFigureOut">
              <a:rPr lang="en-IN" smtClean="0"/>
              <a:t>23-06-2025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E04C1-503F-9FC8-3FCD-37F598C4B9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4516B-1F99-C740-CBFD-32D0BEB6C5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27A6E1-B0E5-4D0A-977D-FD6A6604B6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061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5D6B0-9743-F968-B938-CCB3A8D022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Linear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502EF4-7429-20EC-457D-4349B05780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Created by: Mahipal Singh</a:t>
            </a:r>
          </a:p>
        </p:txBody>
      </p:sp>
    </p:spTree>
    <p:extLst>
      <p:ext uri="{BB962C8B-B14F-4D97-AF65-F5344CB8AC3E}">
        <p14:creationId xmlns:p14="http://schemas.microsoft.com/office/powerpoint/2010/main" val="1733469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52DED-44DE-2467-4384-71E9968F2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Part 1: Concept Before Code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54D91-55FB-101D-9BE0-FFE401382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 What is Linear Regression?</a:t>
            </a:r>
            <a:endParaRPr lang="en-IN" dirty="0"/>
          </a:p>
          <a:p>
            <a:pPr lvl="0"/>
            <a:r>
              <a:rPr lang="en-IN" dirty="0"/>
              <a:t>It models the relationship between a </a:t>
            </a:r>
            <a:r>
              <a:rPr lang="en-IN" b="1" dirty="0"/>
              <a:t>dependent variable (target)</a:t>
            </a:r>
            <a:r>
              <a:rPr lang="en-IN" dirty="0"/>
              <a:t> and one or more </a:t>
            </a:r>
            <a:r>
              <a:rPr lang="en-IN" b="1" dirty="0"/>
              <a:t>independent variables (features)</a:t>
            </a:r>
            <a:r>
              <a:rPr lang="en-IN" dirty="0"/>
              <a:t> by fitting a straight line.</a:t>
            </a:r>
          </a:p>
          <a:p>
            <a:pPr lvl="0"/>
            <a:r>
              <a:rPr lang="en-IN" b="1" dirty="0"/>
              <a:t>Mathematical form:</a:t>
            </a:r>
          </a:p>
          <a:p>
            <a:r>
              <a:rPr lang="pt-PT" dirty="0"/>
              <a:t>y=</a:t>
            </a:r>
            <a:r>
              <a:rPr lang="en-IN" dirty="0"/>
              <a:t>β</a:t>
            </a:r>
            <a:r>
              <a:rPr lang="pt-PT" dirty="0"/>
              <a:t>0+</a:t>
            </a:r>
            <a:r>
              <a:rPr lang="en-IN" dirty="0"/>
              <a:t>β</a:t>
            </a:r>
            <a:r>
              <a:rPr lang="pt-PT" dirty="0"/>
              <a:t>1x+</a:t>
            </a:r>
            <a:r>
              <a:rPr lang="en-IN" dirty="0"/>
              <a:t>ε</a:t>
            </a:r>
            <a:r>
              <a:rPr lang="pt-PT"/>
              <a:t>y </a:t>
            </a:r>
            <a:endParaRPr lang="en-IN" dirty="0"/>
          </a:p>
          <a:p>
            <a:pPr lvl="0"/>
            <a:r>
              <a:rPr lang="en-IN" dirty="0"/>
              <a:t>It </a:t>
            </a:r>
            <a:r>
              <a:rPr lang="en-IN" b="1" dirty="0"/>
              <a:t>predicts continuous values</a:t>
            </a:r>
            <a:r>
              <a:rPr lang="en-IN" dirty="0"/>
              <a:t>, like:</a:t>
            </a:r>
          </a:p>
          <a:p>
            <a:pPr lvl="1"/>
            <a:r>
              <a:rPr lang="en-IN" dirty="0"/>
              <a:t>House prices</a:t>
            </a:r>
          </a:p>
          <a:p>
            <a:pPr lvl="1"/>
            <a:r>
              <a:rPr lang="en-IN" dirty="0"/>
              <a:t>Temperature</a:t>
            </a:r>
          </a:p>
          <a:p>
            <a:pPr lvl="1"/>
            <a:r>
              <a:rPr lang="en-IN" dirty="0"/>
              <a:t>Salary based on experience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6734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80D9A5-0ED2-19A0-2BD8-3605FBBA1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do we use it?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308EA335-0070-D6EC-15DB-2F7A94180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070" y="2197962"/>
            <a:ext cx="9548037" cy="424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31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line of regression">
            <a:extLst>
              <a:ext uri="{FF2B5EF4-FFF2-40B4-BE49-F238E27FC236}">
                <a16:creationId xmlns:a16="http://schemas.microsoft.com/office/drawing/2014/main" id="{811A3518-9F37-8801-E2C6-2E409AFA2B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168" y="643467"/>
            <a:ext cx="6835663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155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9BE84-672B-72AE-8ABC-E7A48B4CA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43486"/>
            <a:ext cx="4267200" cy="1437406"/>
          </a:xfrm>
        </p:spPr>
        <p:txBody>
          <a:bodyPr anchor="t">
            <a:normAutofit/>
          </a:bodyPr>
          <a:lstStyle/>
          <a:p>
            <a:r>
              <a:rPr lang="en-IN" sz="3200"/>
              <a:t>Mean square error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7C77032-C865-6057-7D7A-E2743CFA2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12C045E-7F50-9576-1354-A3623904E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5613" y="838200"/>
            <a:ext cx="5501247" cy="1866358"/>
          </a:xfrm>
        </p:spPr>
        <p:txBody>
          <a:bodyPr>
            <a:normAutofit/>
          </a:bodyPr>
          <a:lstStyle/>
          <a:p>
            <a:r>
              <a:rPr lang="en-US" sz="2000" dirty="0"/>
              <a:t>Evaluation metric </a:t>
            </a:r>
          </a:p>
        </p:txBody>
      </p:sp>
      <p:pic>
        <p:nvPicPr>
          <p:cNvPr id="5" name="Content Placeholder 4" descr="A mathematical equation with numbers and symbols">
            <a:extLst>
              <a:ext uri="{FF2B5EF4-FFF2-40B4-BE49-F238E27FC236}">
                <a16:creationId xmlns:a16="http://schemas.microsoft.com/office/drawing/2014/main" id="{522FEA5F-4C09-FC05-A6BA-4826E705CE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808" y="3195484"/>
            <a:ext cx="10329698" cy="296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474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Content Placeholder 4" descr="A black text on a white background">
            <a:extLst>
              <a:ext uri="{FF2B5EF4-FFF2-40B4-BE49-F238E27FC236}">
                <a16:creationId xmlns:a16="http://schemas.microsoft.com/office/drawing/2014/main" id="{242A9D06-0F69-21A8-89E1-D6584F91B7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578" y="2240532"/>
            <a:ext cx="9664846" cy="219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557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aper with text on it&#10;&#10;AI-generated content may be incorrect.">
            <a:extLst>
              <a:ext uri="{FF2B5EF4-FFF2-40B4-BE49-F238E27FC236}">
                <a16:creationId xmlns:a16="http://schemas.microsoft.com/office/drawing/2014/main" id="{3761AF8E-91C6-08AA-D7F0-64EAD020CC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" b="-1"/>
          <a:stretch>
            <a:fillRect/>
          </a:stretch>
        </p:blipFill>
        <p:spPr>
          <a:xfrm>
            <a:off x="865141" y="871147"/>
            <a:ext cx="10488660" cy="511471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D2C85F1-A25E-ACF0-F435-AF8D6EFBD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35585" y="871147"/>
            <a:ext cx="0" cy="5114714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399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text on a white background">
            <a:extLst>
              <a:ext uri="{FF2B5EF4-FFF2-40B4-BE49-F238E27FC236}">
                <a16:creationId xmlns:a16="http://schemas.microsoft.com/office/drawing/2014/main" id="{6631788B-9D6D-D496-6591-045CA31E07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05"/>
          <a:stretch>
            <a:fillRect/>
          </a:stretch>
        </p:blipFill>
        <p:spPr>
          <a:xfrm>
            <a:off x="865141" y="871147"/>
            <a:ext cx="10488660" cy="511471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D2C85F1-A25E-ACF0-F435-AF8D6EFBD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35585" y="871147"/>
            <a:ext cx="0" cy="5114714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554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3EC06-66C1-1C44-16AC-A2943A968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83D16-40EA-19DE-3056-B222092A5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824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84</Words>
  <Application>Microsoft Office PowerPoint</Application>
  <PresentationFormat>Widescreen</PresentationFormat>
  <Paragraphs>14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Linear Regression</vt:lpstr>
      <vt:lpstr>Part 1: Concept Before Code </vt:lpstr>
      <vt:lpstr>Why do we use it?</vt:lpstr>
      <vt:lpstr>PowerPoint Presentation</vt:lpstr>
      <vt:lpstr>Mean square error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Mahipal Singh</dc:creator>
  <cp:lastModifiedBy>Mahipal Singh</cp:lastModifiedBy>
  <cp:revision>2</cp:revision>
  <dcterms:created xsi:type="dcterms:W3CDTF">2025-06-23T04:09:42Z</dcterms:created>
  <dcterms:modified xsi:type="dcterms:W3CDTF">2025-06-23T11:45:29Z</dcterms:modified>
</cp:coreProperties>
</file>