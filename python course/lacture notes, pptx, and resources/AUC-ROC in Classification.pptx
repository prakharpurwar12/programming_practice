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F002-1D75-394C-039A-9E664FDAA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7E6C9E-0562-B428-F686-2E3175E95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1ED89-EABE-3D61-2B91-1487734A2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947-2B14-4DD8-956A-AC57F9868874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50467-9C89-E117-06E2-0D5FCE98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ADACC-9C88-A06F-8DB5-63F258880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14B2-BC2E-445A-A675-271891F0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32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F6E6-1AE5-D748-886F-54E64D93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435D1-E519-B41D-5847-1394052A4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408EC-FE4D-7EEE-0777-6B4754B00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947-2B14-4DD8-956A-AC57F9868874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53C84-3894-8352-CE50-3114377D7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01999-733C-D446-FD02-EFD1ED76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14B2-BC2E-445A-A675-271891F0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74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BB443-6F77-E06E-1623-DA3FEE980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A094E-9581-4383-E66C-123E9A57E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493AE-0196-1864-D987-23FCA52D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947-2B14-4DD8-956A-AC57F9868874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CD585-B44D-F14D-478B-919B0C12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978C0-8DCE-A35B-9738-CDF8306DD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14B2-BC2E-445A-A675-271891F0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118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52D9-8575-0425-A598-41418BC1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1BF30-245B-C8FA-9DF4-097DD985F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C0E5A-A681-55FA-B2EF-1CBEAF1F9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53A96-C065-7CDE-2600-30E031FA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947-2B14-4DD8-956A-AC57F9868874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12F0E-1317-02DD-EF06-63BBE154B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EEBD3-AD35-2AA1-54E5-08F93F6B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14B2-BC2E-445A-A675-271891F0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083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3797-F010-4767-9789-DF92761F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05DEB-C6FA-8690-E422-8613D6F9D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883A5-B8E9-2CCB-8801-81C0E2232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953D9-8475-DC84-0478-329B2CB73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5413A2-3F3E-5AE6-F2A2-9B4BDC458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A19635-8E76-4928-ECB0-1747F0512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947-2B14-4DD8-956A-AC57F9868874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C1714B-5597-E781-A435-6238F422B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A5E1B4-990B-F348-B205-CBAFA673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14B2-BC2E-445A-A675-271891F0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26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C3252-254B-EABC-DBAD-59BF9228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A314A-E8F8-76B8-FCED-9116D96D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947-2B14-4DD8-956A-AC57F9868874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DFAEB-29D9-B9EA-BD55-F401D353C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EFA2B-A121-2EB2-9BC2-11D453569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14B2-BC2E-445A-A675-271891F0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289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601E9B-F659-9276-4F5A-6BEEEF310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947-2B14-4DD8-956A-AC57F9868874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DF1A1-6EDC-29BC-2FA8-A768FF0E2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CAC87-C93D-E7DA-5C0E-2BFD8B59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14B2-BC2E-445A-A675-271891F0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47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3665-F4EC-CE5F-E586-BE6CFF286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A036F-E9CA-766E-B409-900A6226E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E33A4-FDC6-DBB1-5249-B74ABB9C3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66F5C-EFEA-4E9C-652B-905F285DA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947-2B14-4DD8-956A-AC57F9868874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9BFF4-58EF-E7ED-2468-2BA46F9EA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8E4-F010-65DF-D958-162B4D40C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14B2-BC2E-445A-A675-271891F0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64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4B1E-8F51-55E5-0592-C48BF6D0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27FCB-8EF6-D82B-6E89-1DC5FDDE6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2E6C9-486D-C650-F841-92E8AC052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15911-80DF-B704-C55D-63068E339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947-2B14-4DD8-956A-AC57F9868874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2614E-B0DF-9C43-5931-21FA732A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AAF14-EEBB-58DA-B65A-3028DA0E0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14B2-BC2E-445A-A675-271891F0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52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2838-853D-6749-3FE8-BF4ED5C53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39EFD-2CC1-ACB4-56CA-7BCDE3E53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F48C3-C6BB-632E-381B-C24014CF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947-2B14-4DD8-956A-AC57F9868874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17774-700A-9BBC-7D02-7F192092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93974-BB1B-5B66-CDD1-EDE28AA8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14B2-BC2E-445A-A675-271891F0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797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24EDF3-971E-28C7-A1A0-A862ACB1D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24703-A7B2-4D18-64A1-8918ABC20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0267B-B650-21FC-D770-E20E2D9E7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947-2B14-4DD8-956A-AC57F9868874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B654A-E70D-19DC-139D-D1877ECA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F08DA-25A8-9708-7299-7B2CDD05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14B2-BC2E-445A-A675-271891F0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40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E9F5F-C0DB-D572-4A93-AB3AC00D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D68BC-1746-3A30-6F6B-136EE7E28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7310C-C231-769E-10C8-BE23E95A9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9C947-2B14-4DD8-956A-AC57F9868874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21E5E-ED30-AAB2-75B4-EBA95D6E9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EAAFB-C16F-95CA-C3D3-1B7F3A2A7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3114B2-BC2E-445A-A675-271891F0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6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31DA-C754-03D5-937F-69C95A92B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AUC-ROC in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86C51-71D0-9BEA-F467-330B8B9F9B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Mahipal Singh</a:t>
            </a:r>
          </a:p>
        </p:txBody>
      </p:sp>
    </p:spTree>
    <p:extLst>
      <p:ext uri="{BB962C8B-B14F-4D97-AF65-F5344CB8AC3E}">
        <p14:creationId xmlns:p14="http://schemas.microsoft.com/office/powerpoint/2010/main" val="625795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2E05-9D06-10FA-FC3C-D78B5670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AUC-ROC in Classification?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9D0DA-8BD7-772D-BFB3-7A98EEE8C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/>
              <a:t>ROC = Receiver Operating Characteristic</a:t>
            </a:r>
          </a:p>
          <a:p>
            <a:pPr marL="0" indent="0">
              <a:buNone/>
            </a:pPr>
            <a:br>
              <a:rPr lang="en-US" sz="3600" dirty="0"/>
            </a:br>
            <a:r>
              <a:rPr lang="en-US" sz="3600" b="1" dirty="0"/>
              <a:t>AUC = Area Under the ROC Curve</a:t>
            </a:r>
            <a:endParaRPr lang="en-US" sz="3600" dirty="0"/>
          </a:p>
          <a:p>
            <a:r>
              <a:rPr lang="en-US" sz="3600" dirty="0"/>
              <a:t>It is a performance measurement for classification problems </a:t>
            </a:r>
            <a:r>
              <a:rPr lang="en-US" sz="3600" b="1" dirty="0"/>
              <a:t>at various threshold settings</a:t>
            </a:r>
            <a:r>
              <a:rPr lang="en-US" sz="3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70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DC891-DE1C-D9A6-7E5E-93D5C428F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ROC Curve: What’s Plotted?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B7573-52D9-640A-C60C-F901B4408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X-axis:</a:t>
            </a:r>
            <a:r>
              <a:rPr lang="en-IN" dirty="0"/>
              <a:t> False Positive Rate (FPR) = FP / (FP + TN)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Y-axis:</a:t>
            </a:r>
            <a:r>
              <a:rPr lang="en-IN" dirty="0"/>
              <a:t> True Positive Rate (TPR) = TP / (TP + FN) = Sensitivity = Recall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Each point on the ROC curve represents a TPR-FPR pair corresponding to a classification </a:t>
            </a:r>
            <a:r>
              <a:rPr lang="en-IN" b="1" dirty="0"/>
              <a:t>threshold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780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91DB-0B2A-EB83-6FB2-029003CE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AUC (Area Under Curve)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E188-4A3B-5428-C777-DD150C38D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AUC</a:t>
            </a:r>
            <a:r>
              <a:rPr lang="en-US" dirty="0"/>
              <a:t> = probability that the classifier ranks a </a:t>
            </a:r>
            <a:r>
              <a:rPr lang="en-US" b="1" dirty="0"/>
              <a:t>random positive example</a:t>
            </a:r>
            <a:r>
              <a:rPr lang="en-US" dirty="0"/>
              <a:t> higher than a </a:t>
            </a:r>
            <a:r>
              <a:rPr lang="en-US" b="1" dirty="0"/>
              <a:t>random negative one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AUC range:</a:t>
            </a:r>
          </a:p>
          <a:p>
            <a:r>
              <a:rPr lang="en-US" b="1" dirty="0"/>
              <a:t>1.0</a:t>
            </a:r>
            <a:r>
              <a:rPr lang="en-US" dirty="0"/>
              <a:t> = perfect classifier</a:t>
            </a:r>
          </a:p>
          <a:p>
            <a:r>
              <a:rPr lang="en-US" b="1" dirty="0"/>
              <a:t>0.5</a:t>
            </a:r>
            <a:r>
              <a:rPr lang="en-US" dirty="0"/>
              <a:t> = random guessing</a:t>
            </a:r>
          </a:p>
          <a:p>
            <a:r>
              <a:rPr lang="en-US" b="1" dirty="0"/>
              <a:t>&lt; 0.5</a:t>
            </a:r>
            <a:r>
              <a:rPr lang="en-US" dirty="0"/>
              <a:t> = worse than random (model is confused)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665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15520-D9FC-30DD-3F87-10B011AD1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Use ROC-AUC?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09E9EB-54E3-4DFD-C7E1-3B96AE27CC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7400" y="2120502"/>
            <a:ext cx="10766986" cy="2474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/>
              <a:t>Binary classification tasks.</a:t>
            </a:r>
          </a:p>
          <a:p>
            <a:r>
              <a:rPr lang="en-US" sz="3600" dirty="0"/>
              <a:t>When your dataset is </a:t>
            </a:r>
            <a:r>
              <a:rPr lang="en-US" sz="3600" b="1" dirty="0"/>
              <a:t>balanced or nearly balanced</a:t>
            </a:r>
            <a:r>
              <a:rPr lang="en-US" sz="3600" dirty="0"/>
              <a:t>.</a:t>
            </a:r>
          </a:p>
          <a:p>
            <a:r>
              <a:rPr lang="en-US" sz="3600" dirty="0"/>
              <a:t>When you want to understand how well the model </a:t>
            </a:r>
          </a:p>
          <a:p>
            <a:pPr marL="0" indent="0">
              <a:buNone/>
            </a:pPr>
            <a:r>
              <a:rPr lang="en-US" sz="3600" b="1" dirty="0"/>
              <a:t>    separates classes across thresholds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8899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175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AUC-ROC in Classification</vt:lpstr>
      <vt:lpstr>What is AUC-ROC in Classification?</vt:lpstr>
      <vt:lpstr>ROC Curve: What’s Plotted?</vt:lpstr>
      <vt:lpstr>AUC (Area Under Curve)</vt:lpstr>
      <vt:lpstr>When to Use ROC-AUC?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1</cp:revision>
  <dcterms:created xsi:type="dcterms:W3CDTF">2025-07-01T10:43:50Z</dcterms:created>
  <dcterms:modified xsi:type="dcterms:W3CDTF">2025-07-01T10:57:23Z</dcterms:modified>
</cp:coreProperties>
</file>