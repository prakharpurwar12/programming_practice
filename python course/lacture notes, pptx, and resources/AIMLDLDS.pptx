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B708-E41C-D865-DBF9-8629AD884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CBAC7-022F-8E62-4213-65CB93950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0F69C-8D31-652A-D63B-AF0096B0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A0FBD-11DC-DDF9-26CB-76E08C16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7D99-0571-2D59-F4BB-407F9FC3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9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73C5-D800-8C2F-D61D-51708452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DD06-ECA6-03D5-B751-4C7F08FC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94A4E-7E35-D33C-3EDF-C793F26E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8FA9-FE62-1A4C-C93B-4317D1B0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768B9-0D48-CA48-9445-628CAEAB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23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6CBC-9B03-6F48-D719-78260642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D1FD2-E42C-373D-44F4-54EBA0400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D9AF6-6A00-B580-6019-7DA93C1B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54390-4E37-0A62-EA18-45436D22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23CA-AC61-5885-C01A-3BFE3013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4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0D56-C15F-7A26-6837-9FEC8D0F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EEA6-AEB0-25E0-B6C5-8F6D12F69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ED5C3-42D2-664E-A0C6-B72B99213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4E43B-F1D2-9194-C8D3-FE735108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CE0F2-53FC-318D-4DC4-D5EDBAD7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9AE8C-EE35-CA41-8D26-3C1293E7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3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004C-C5C8-EB79-1A7D-3874B4B5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A87D1-0850-4456-8C89-23DBB3A36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1A2BE-B762-7A92-6BD9-4359183FB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FFFD-B516-55DF-381E-4E51AE38A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A77F2-5BBD-089C-C6E7-CA21D4D1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B9461-E731-A97F-E816-9EC9B640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2DEAD-983C-082C-9FA2-AE41BEB7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747F9-11A4-2C00-F4E5-6FAC5BE6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70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262F-17A8-7A16-E2ED-238AF5BA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26F38-772D-D74D-ADAF-D0D6313D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9886B-7311-06A7-2418-DB8B7D4A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38A2-9234-4F72-7C78-1CF8F2B1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5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57E1-2379-F10B-E84F-0FC6107C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BBA66-514D-BDEF-016D-A269E606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6FD95-F45B-65D0-8B00-0B5A487E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2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F8F6-085F-3A95-D558-49EA7F75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E1C8-BD0A-5E3D-6399-824618AF2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9446A-E5FF-E923-E352-416F99CE7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644DC-463A-5DCF-CE6D-ADD9F678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2487B-8CE0-3980-6727-F6CBD47B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246E0-60BA-425C-7A88-8C4B5019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28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6358-8893-5249-5D10-E33FF4BE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E007E-DD6E-B4CA-EE93-2DECA82AB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68907-4F90-BD09-520B-7DD045CCF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8B7FB-7C5D-E6CD-F4C2-AAEEDEC7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FF16B-6382-A84C-579B-C6B17A5A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51BD1-5E8E-6516-97A0-75CB88891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1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B467-5E09-154D-F95A-EC81465F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4EE71-B10A-1A61-9091-9A81B50F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2A876-6CDE-AC2A-86B3-331F169C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E88A9-E1D7-CB38-6130-437665B4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BF534-8986-264C-4F95-94417E86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42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B130A-DD59-4D12-5DC2-26B20407A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93576-FF4F-EC39-564D-94F265CC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5426-EEC9-B213-C3AD-2741071A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60E4-8167-D6CD-F11E-224CDEAB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D94DC-D068-E3BE-9073-822ACAC9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17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64A6F-3259-A700-BB8B-EFD4F3EE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4DE4-E8A7-0939-96FA-EDA78F858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D9B95-9AA6-363A-0DA1-9F4E5D1BB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4D9AC-9210-4285-AEE3-CA8E0AD1157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2E5A2-A9E8-C32C-C909-308C3AB2F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AAFDF-B6A7-E0C2-506E-CC3A80995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FB204-A52B-475E-8CA0-9F0E902AD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7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3F976-6A2E-304C-CF7A-F60CBB677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IN" sz="5400">
                <a:solidFill>
                  <a:schemeClr val="bg1"/>
                </a:solidFill>
              </a:rPr>
              <a:t>AI/ML/DL/DS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51775-A2A8-D521-66D8-31E90B2C1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chemeClr val="bg1"/>
                </a:solidFill>
              </a:rPr>
              <a:t>CREATED BY: MAHIPAL SINGH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295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26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D6216F-7714-F849-25CB-A052F9085D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1" y="643467"/>
            <a:ext cx="990411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62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4F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84D322-976D-2C25-E6BD-8F5B5D78F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1237"/>
            <a:ext cx="10905066" cy="517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0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3B3C9-411F-02F3-6468-7C2C4D6A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Example: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1BF4-403D-FCAF-5D8D-37220B15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/>
              <a:t>Scenario:: Self-driving Car</a:t>
            </a:r>
          </a:p>
          <a:p>
            <a:endParaRPr lang="en-US" sz="2400"/>
          </a:p>
          <a:p>
            <a:r>
              <a:rPr lang="en-US" sz="2400" b="1"/>
              <a:t>AI: </a:t>
            </a:r>
            <a:r>
              <a:rPr lang="en-US" sz="2400"/>
              <a:t>The overall intelligence of the car (e.g., making driving decisions).</a:t>
            </a:r>
          </a:p>
          <a:p>
            <a:endParaRPr lang="en-US" sz="2400"/>
          </a:p>
          <a:p>
            <a:r>
              <a:rPr lang="en-US" sz="2400" b="1"/>
              <a:t>ML: </a:t>
            </a:r>
            <a:r>
              <a:rPr lang="en-US" sz="2400"/>
              <a:t>Learning from past driving data to predict road behavior.</a:t>
            </a:r>
          </a:p>
          <a:p>
            <a:endParaRPr lang="en-US" sz="2400"/>
          </a:p>
          <a:p>
            <a:r>
              <a:rPr lang="en-US" sz="2400" b="1"/>
              <a:t>DL: </a:t>
            </a:r>
            <a:r>
              <a:rPr lang="en-US" sz="2400"/>
              <a:t>Recognizing pedestrians and road signs from camera input.</a:t>
            </a:r>
          </a:p>
          <a:p>
            <a:endParaRPr lang="en-US" sz="2400"/>
          </a:p>
          <a:p>
            <a:r>
              <a:rPr lang="en-US" sz="2400" b="1"/>
              <a:t>DS: </a:t>
            </a:r>
            <a:r>
              <a:rPr lang="en-US" sz="2400"/>
              <a:t>Analyzing driving data to optimize routes or fuel efficiency.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60504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57761-28AB-75F3-029E-670E1A0A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Healthcare Diagnosis</a:t>
            </a:r>
            <a:br>
              <a:rPr lang="en-US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42F4-F8D6-3A34-251D-2420AF56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r>
              <a:rPr lang="en-US" b="1" dirty="0"/>
              <a:t>AI: </a:t>
            </a:r>
            <a:r>
              <a:rPr lang="en-US" dirty="0"/>
              <a:t>Intelligent systems that assist doctors in making diagnoses.</a:t>
            </a:r>
          </a:p>
          <a:p>
            <a:r>
              <a:rPr lang="en-US" b="1" dirty="0"/>
              <a:t>ML: </a:t>
            </a:r>
            <a:r>
              <a:rPr lang="en-US" dirty="0"/>
              <a:t>Predicting patient outcomes based on historical health records.</a:t>
            </a:r>
          </a:p>
          <a:p>
            <a:r>
              <a:rPr lang="en-US" b="1" dirty="0"/>
              <a:t>DL: </a:t>
            </a:r>
            <a:r>
              <a:rPr lang="en-US" dirty="0"/>
              <a:t>Analyzing MRI scans or X-rays to detect tumors or fractures automatically.</a:t>
            </a:r>
          </a:p>
          <a:p>
            <a:r>
              <a:rPr lang="en-US" b="1" dirty="0"/>
              <a:t>DS: </a:t>
            </a:r>
            <a:r>
              <a:rPr lang="en-US" dirty="0"/>
              <a:t>Exploring hospital data to optimize resource allocation and reduce patient wait times.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83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89D2A-A42B-4AF1-D53A-00DF51C5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Streaming Platforms (e.g., Netflix, YouTube)</a:t>
            </a:r>
            <a:br>
              <a:rPr lang="en-US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82AA-BA4F-B629-EB43-49AE06B52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r>
              <a:rPr lang="en-US" b="1" dirty="0"/>
              <a:t>AI: </a:t>
            </a:r>
            <a:r>
              <a:rPr lang="en-US" dirty="0"/>
              <a:t>Recommender engine that learns and adapts to your viewing habits.</a:t>
            </a:r>
          </a:p>
          <a:p>
            <a:r>
              <a:rPr lang="en-US" b="1" dirty="0"/>
              <a:t>ML: </a:t>
            </a:r>
            <a:r>
              <a:rPr lang="en-US" dirty="0"/>
              <a:t>Predicting what you’ll want to watch next based on similar users and your history.</a:t>
            </a:r>
          </a:p>
          <a:p>
            <a:r>
              <a:rPr lang="en-US" b="1" dirty="0"/>
              <a:t>DL: </a:t>
            </a:r>
            <a:r>
              <a:rPr lang="en-US" dirty="0"/>
              <a:t>Auto-generating subtitles using speech recognition; facial recognition in videos.</a:t>
            </a:r>
          </a:p>
          <a:p>
            <a:r>
              <a:rPr lang="en-US" b="1" dirty="0"/>
              <a:t>DS: </a:t>
            </a:r>
            <a:r>
              <a:rPr lang="en-US" dirty="0"/>
              <a:t>Understanding content popularity, engagement, and churn analytics.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98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192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AI/ML/DL/DS</vt:lpstr>
      <vt:lpstr>PowerPoint Presentation</vt:lpstr>
      <vt:lpstr>PowerPoint Presentation</vt:lpstr>
      <vt:lpstr>Example:</vt:lpstr>
      <vt:lpstr> Healthcare Diagnosis </vt:lpstr>
      <vt:lpstr>Streaming Platforms (e.g., Netflix, YouTube)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5</cp:revision>
  <dcterms:created xsi:type="dcterms:W3CDTF">2025-06-13T08:43:57Z</dcterms:created>
  <dcterms:modified xsi:type="dcterms:W3CDTF">2025-06-13T09:55:25Z</dcterms:modified>
</cp:coreProperties>
</file>