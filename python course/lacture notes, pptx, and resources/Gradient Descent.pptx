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7BF56-FE42-84D3-A5AB-D3CA6252B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401A0A-F9DB-90DA-1A2A-280CADFEA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61F43-6816-145E-F156-3805BB75D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B668-59D5-4E7A-B023-775A82B43C06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08897-1576-2158-5693-C492AA852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C9411-120D-2BB0-7975-A8830E4C4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2B936-F11F-40E0-9F25-A3999231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856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04A7C-9C29-C89F-476C-25BB46FED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88D6C-C288-65B6-73D7-C870D4B57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DDB95-093F-1B5E-8F2B-45E6B392E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B668-59D5-4E7A-B023-775A82B43C06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A396B-6C85-A1D2-A59F-7DCF0101C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A1330-F828-E267-A37E-C0B10EDBE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2B936-F11F-40E0-9F25-A3999231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28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8BAF5-0AB1-EFB3-ECF9-8914AF3E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AEC64-C32A-6910-1570-599175CFF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422CD-4F35-A80A-C5E1-7BBB0184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B668-59D5-4E7A-B023-775A82B43C06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4ECEB-8EBA-1EE5-35ED-4BDB77C45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930DF-A090-D3BB-B3CE-3298B2319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2B936-F11F-40E0-9F25-A3999231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62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D6C6C-8B38-92FF-A2D8-6BF2F3922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57A6B-CB06-8DCA-635B-229BBAB97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DF654-A53F-249D-2A72-581FCF6E2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E0D41-9485-7E21-4C45-D618C7D5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B668-59D5-4E7A-B023-775A82B43C06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4881A8-516B-6420-B382-2620850CF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79C43-B2E2-6FA9-787E-49197EBF8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2B936-F11F-40E0-9F25-A3999231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144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CADE8-B549-F9DD-2D4B-0765A3C8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8C22B-59CB-1ED5-DB84-4D4EA148C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247182-9586-D66B-7537-E64E6FB94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5D0AAD-3C92-255F-CB20-50B6473969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9CE4D-7DD4-8FEC-940F-6222447E6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2AC8A8-C2FC-03B3-169D-E39523713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B668-59D5-4E7A-B023-775A82B43C06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4B6715-DE7A-C693-917D-14A2675BE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C81E4E-3F8C-34B1-3DF9-EE674DCA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2B936-F11F-40E0-9F25-A3999231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136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5869-FA26-FA0C-9AA2-01DB723D1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2330C-B02F-6D48-AF23-6DE74FB2D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B668-59D5-4E7A-B023-775A82B43C06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5A2B1-D0E0-9BA2-737F-06CF5D512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C2BDD-9389-0EC1-7018-79F9A0649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2B936-F11F-40E0-9F25-A3999231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551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DF500B-03CD-8E8D-8281-903BF42F2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B668-59D5-4E7A-B023-775A82B43C06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769A0E-DAC7-3306-1F09-D69E34E3C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C9363-56CA-A728-62D7-646D2212B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2B936-F11F-40E0-9F25-A3999231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30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6EE1-CB92-39CD-6AE9-A5DAD1D5F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AFB35-1866-97A5-5FAC-A0657DAE6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A76C82-89BA-0E08-11FB-FA12E5351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FDE3A-50D4-7B93-D813-3B287C4C2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B668-59D5-4E7A-B023-775A82B43C06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232C0-A511-E839-F270-7A2D34969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017BE-BB76-BBDE-2162-02DAC08BD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2B936-F11F-40E0-9F25-A3999231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5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2872C-147E-05B2-22E1-2EB9457A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F5A7A7-5B98-5C29-5572-C60AB733C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58300-791A-7D4F-6071-2466CE2103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A0785-264B-39B3-F618-CB05B32C7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B668-59D5-4E7A-B023-775A82B43C06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01303-0F52-9FF7-1C61-638C8A94C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0DADD-60B2-9D73-2216-E66F0DEB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2B936-F11F-40E0-9F25-A3999231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79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4065-FFBE-F3E6-133D-5CD7CA22C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9B85D-0C13-8BEF-4345-BD1B24FD1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EEB0B-7F35-3D61-E74B-A8292E049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B668-59D5-4E7A-B023-775A82B43C06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C928F-82A5-6DC5-0C32-1417EBE0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E3907-561C-98C1-1143-1E8EFFB9C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2B936-F11F-40E0-9F25-A3999231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340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938470-4617-EFE9-2C07-6038AD716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CC507-3F08-666E-4257-80DB5B905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2C4A4-BA10-CB13-FD32-6176BAEAE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5B668-59D5-4E7A-B023-775A82B43C06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CF0CF-6598-D86C-DFD1-E35528896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1B66D-139A-5127-CFB1-8D3EA21F2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2B936-F11F-40E0-9F25-A3999231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96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9578D6-2BED-BCF5-A2B9-15285A914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40409-57EE-62D2-8CB1-347FB4912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F0588-5AFE-884E-F34A-CA07E02D7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5B668-59D5-4E7A-B023-775A82B43C06}" type="datetimeFigureOut">
              <a:rPr lang="en-IN" smtClean="0"/>
              <a:t>26-06-2025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718A0-FE3A-0660-95DF-C608F5B33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7E930-65D0-A239-259F-63BD6409F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C2B936-F11F-40E0-9F25-A3999231B1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03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4D05-A2D1-B4E7-6A89-B44B4F2658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Gradient Descent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2E2099-C63D-8376-0805-79413D5A9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Mahipal Singh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1311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2F01-EF17-E081-BC46-297455649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Gradient Descent?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C843C-0837-D984-5A99-2B97DFA6C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step-by-step algorithm to find the </a:t>
            </a:r>
            <a:r>
              <a:rPr lang="en-US" b="1" dirty="0"/>
              <a:t>best line</a:t>
            </a:r>
            <a:r>
              <a:rPr lang="en-US" dirty="0"/>
              <a:t> (θ₀, θ₁) in linear regression by </a:t>
            </a:r>
            <a:r>
              <a:rPr lang="en-US" b="1" dirty="0"/>
              <a:t>minimizing prediction error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4840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0E7A4C-5EDA-330A-3FAE-BB7DE34E0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0812" y="643466"/>
            <a:ext cx="1087037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98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306A34-02D0-4CC3-FFED-133789AFC6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618"/>
          <a:stretch>
            <a:fillRect/>
          </a:stretch>
        </p:blipFill>
        <p:spPr>
          <a:xfrm>
            <a:off x="865141" y="871147"/>
            <a:ext cx="10488660" cy="511471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C8029E-E679-5CC4-DE1F-B1AA37452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5966048"/>
            <a:ext cx="104775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5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C35B5D-B7C1-2B28-DF15-B941967FD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86" r="1" b="1"/>
          <a:stretch>
            <a:fillRect/>
          </a:stretch>
        </p:blipFill>
        <p:spPr>
          <a:xfrm>
            <a:off x="865141" y="871147"/>
            <a:ext cx="10488660" cy="511471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C8029E-E679-5CC4-DE1F-B1AA37452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1" y="5966048"/>
            <a:ext cx="104775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980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EF8394-B3A0-CC26-566B-CA56497D49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643294"/>
            <a:ext cx="10905066" cy="357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471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9B4B0-B633-4B36-8C28-EF641F6E9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84E7A-FE87-8D1C-1395-F84C43B6A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descent helps the model </a:t>
            </a:r>
            <a:r>
              <a:rPr lang="en-US" b="1" dirty="0"/>
              <a:t>learn from mistakes and</a:t>
            </a:r>
            <a:r>
              <a:rPr lang="en-US" dirty="0"/>
              <a:t> find the </a:t>
            </a:r>
            <a:r>
              <a:rPr lang="en-US" b="1" dirty="0"/>
              <a:t>most accurate line</a:t>
            </a:r>
            <a:r>
              <a:rPr lang="en-US" dirty="0"/>
              <a:t> by </a:t>
            </a:r>
            <a:r>
              <a:rPr lang="en-US" b="1" dirty="0"/>
              <a:t>minimizing total error step-by-step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600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55</Words>
  <Application>Microsoft Office PowerPoint</Application>
  <PresentationFormat>Widescreen</PresentationFormat>
  <Paragraphs>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Gradient Descent </vt:lpstr>
      <vt:lpstr>What is Gradient Descent? </vt:lpstr>
      <vt:lpstr>PowerPoint Presentation</vt:lpstr>
      <vt:lpstr>PowerPoint Presentation</vt:lpstr>
      <vt:lpstr>PowerPoint Presentation</vt:lpstr>
      <vt:lpstr>PowerPoint Presentation</vt:lpstr>
      <vt:lpstr>Key 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1</cp:revision>
  <dcterms:created xsi:type="dcterms:W3CDTF">2025-06-26T07:49:36Z</dcterms:created>
  <dcterms:modified xsi:type="dcterms:W3CDTF">2025-06-26T08:39:18Z</dcterms:modified>
</cp:coreProperties>
</file>