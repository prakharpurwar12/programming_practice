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Wednesday, June 18,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Wednesday, June 18,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0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7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0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3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2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0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Wednesday, June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6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June 18,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1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F4D251-B7D8-402D-950A-F9D15396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58E27-5786-737E-B096-5DD21A672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728663"/>
            <a:ext cx="5015638" cy="2795737"/>
          </a:xfrm>
        </p:spPr>
        <p:txBody>
          <a:bodyPr>
            <a:normAutofit/>
          </a:bodyPr>
          <a:lstStyle/>
          <a:p>
            <a:r>
              <a:rPr lang="en-IN" dirty="0"/>
              <a:t>NumPy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0008-FFD0-216C-6126-602B44FAA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9"/>
            <a:ext cx="5015638" cy="2298938"/>
          </a:xfrm>
        </p:spPr>
        <p:txBody>
          <a:bodyPr>
            <a:normAutofit/>
          </a:bodyPr>
          <a:lstStyle/>
          <a:p>
            <a:r>
              <a:rPr lang="en-IN"/>
              <a:t>Created by: Mahipal Singh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30EA7-9A31-7DA2-BB7F-78A046804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92" r="18589" b="-1"/>
          <a:stretch>
            <a:fillRect/>
          </a:stretch>
        </p:blipFill>
        <p:spPr>
          <a:xfrm>
            <a:off x="1" y="10"/>
            <a:ext cx="5662934" cy="6857990"/>
          </a:xfrm>
          <a:custGeom>
            <a:avLst/>
            <a:gdLst/>
            <a:ahLst/>
            <a:cxnLst/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472355" y="1021447"/>
                  <a:pt x="4263593" y="1948936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E67870A8-BE17-461C-AD58-035AD7FA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9E25-873E-5445-296F-F9EB7C01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904800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Introduction to NumPy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9F0DE-4B1D-DCF8-A18F-0EEB56557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24000"/>
            <a:ext cx="10728325" cy="4244975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What is NumPy?</a:t>
            </a:r>
            <a:endParaRPr lang="en-IN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NumPy (Numerical Python)</a:t>
            </a: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is an open-source Python library used for: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Numerical operations</a:t>
            </a: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on large data sets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Multidimensional arrays and matrices</a:t>
            </a:r>
            <a:endParaRPr lang="en-IN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Efficient computations using C under the hood</a:t>
            </a:r>
            <a:endParaRPr lang="en-IN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b="1" kern="100" dirty="0">
                <a:solidFill>
                  <a:srgbClr val="00B050">
                    <a:alpha val="58000"/>
                  </a:srgbClr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Why is NumPy critical in ML/DS/DL?</a:t>
            </a:r>
            <a:b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</a:b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 ML and DL models involve huge matrix and vector operations. NumPy makes these operations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fast</a:t>
            </a: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,     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readable</a:t>
            </a: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, and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memory-efficient</a:t>
            </a: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51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F9B03-246F-24CB-FBFA-1618226C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n-IN" b="1"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Why Not Use Python Lists?</a:t>
            </a:r>
            <a:endParaRPr lang="en-IN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AC93A0-3992-D7AC-0D3A-4E729548F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526994"/>
              </p:ext>
            </p:extLst>
          </p:nvPr>
        </p:nvGraphicFramePr>
        <p:xfrm>
          <a:off x="720725" y="2643680"/>
          <a:ext cx="10728327" cy="3383568"/>
        </p:xfrm>
        <a:graphic>
          <a:graphicData uri="http://schemas.openxmlformats.org/drawingml/2006/table">
            <a:tbl>
              <a:tblPr firstRow="1" firstCol="1" bandRow="1"/>
              <a:tblGrid>
                <a:gridCol w="3329568">
                  <a:extLst>
                    <a:ext uri="{9D8B030D-6E8A-4147-A177-3AD203B41FA5}">
                      <a16:colId xmlns:a16="http://schemas.microsoft.com/office/drawing/2014/main" val="2647528738"/>
                    </a:ext>
                  </a:extLst>
                </a:gridCol>
                <a:gridCol w="3223457">
                  <a:extLst>
                    <a:ext uri="{9D8B030D-6E8A-4147-A177-3AD203B41FA5}">
                      <a16:colId xmlns:a16="http://schemas.microsoft.com/office/drawing/2014/main" val="344967668"/>
                    </a:ext>
                  </a:extLst>
                </a:gridCol>
                <a:gridCol w="4175302">
                  <a:extLst>
                    <a:ext uri="{9D8B030D-6E8A-4147-A177-3AD203B41FA5}">
                      <a16:colId xmlns:a16="http://schemas.microsoft.com/office/drawing/2014/main" val="1563786536"/>
                    </a:ext>
                  </a:extLst>
                </a:gridCol>
              </a:tblGrid>
              <a:tr h="746236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500" b="1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Feature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500" b="1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Python List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500" b="1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NumPy Array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578705"/>
                  </a:ext>
                </a:extLst>
              </a:tr>
              <a:tr h="65933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Speed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Slow (interpreted)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Fast (compiled in C)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735679"/>
                  </a:ext>
                </a:extLst>
              </a:tr>
              <a:tr h="65933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Memory Usage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High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Low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260013"/>
                  </a:ext>
                </a:extLst>
              </a:tr>
              <a:tr h="65933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Vectorized Ops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Not supported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Supported (faster code)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990274"/>
                  </a:ext>
                </a:extLst>
              </a:tr>
              <a:tr h="65933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Mathematical Ops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Must use loops</a:t>
                      </a:r>
                      <a:endParaRPr lang="en-IN" sz="4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b="0" i="0" u="none" strike="noStrike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Built-in operations</a:t>
                      </a:r>
                      <a:endParaRPr lang="en-IN" sz="4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615" marR="23615" marT="23615" marB="236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130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68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1624-690A-7FE5-2AB0-60DA3EF6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089024"/>
            <a:ext cx="10728322" cy="1007503"/>
          </a:xfrm>
        </p:spPr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D8AF-CFCA-5F0B-807D-0480C1A47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1"/>
            <a:ext cx="10728325" cy="2589200"/>
          </a:xfrm>
        </p:spPr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92D050"/>
                </a:solidFill>
                <a:effectLst/>
                <a:latin typeface="quote-cjk-patch"/>
              </a:rPr>
              <a:t>NumPy is the foundation of Python's scientific stack - mastering it unlocks efficient computation thinking beyond syntax.</a:t>
            </a:r>
            <a:endParaRPr lang="en-IN" sz="3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08697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139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quote-cjk-patch</vt:lpstr>
      <vt:lpstr>Aptos</vt:lpstr>
      <vt:lpstr>Arial</vt:lpstr>
      <vt:lpstr>Avenir Next LT Pro</vt:lpstr>
      <vt:lpstr>Rockwell Nova Light</vt:lpstr>
      <vt:lpstr>Symbol</vt:lpstr>
      <vt:lpstr>The Hand Extrablack</vt:lpstr>
      <vt:lpstr>BlobVTI</vt:lpstr>
      <vt:lpstr>NumPy</vt:lpstr>
      <vt:lpstr>Introduction to NumPy</vt:lpstr>
      <vt:lpstr>Why Not Use Python Lists?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3</cp:revision>
  <dcterms:created xsi:type="dcterms:W3CDTF">2025-06-02T10:58:56Z</dcterms:created>
  <dcterms:modified xsi:type="dcterms:W3CDTF">2025-06-18T05:45:08Z</dcterms:modified>
</cp:coreProperties>
</file>