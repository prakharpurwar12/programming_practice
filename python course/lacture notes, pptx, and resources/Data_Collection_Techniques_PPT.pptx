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356F5F-3377-4ABC-B98D-1E10C08E2E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283FAF1-7269-4583-86E6-7D0DEBC7A46A}">
      <dgm:prSet/>
      <dgm:spPr/>
      <dgm:t>
        <a:bodyPr/>
        <a:lstStyle/>
        <a:p>
          <a:r>
            <a:rPr lang="en-US" dirty="0"/>
            <a:t>• Gather reliable, valid, and relevant information</a:t>
          </a:r>
        </a:p>
      </dgm:t>
    </dgm:pt>
    <dgm:pt modelId="{4EFDF976-D218-4C23-BE44-30C8C6BE18F6}" type="parTrans" cxnId="{8C6A06FA-82CD-460E-9F85-C88451BF3AFF}">
      <dgm:prSet/>
      <dgm:spPr/>
      <dgm:t>
        <a:bodyPr/>
        <a:lstStyle/>
        <a:p>
          <a:endParaRPr lang="en-US"/>
        </a:p>
      </dgm:t>
    </dgm:pt>
    <dgm:pt modelId="{0908B1BD-6D70-46B4-9533-69EC19CC8261}" type="sibTrans" cxnId="{8C6A06FA-82CD-460E-9F85-C88451BF3AFF}">
      <dgm:prSet/>
      <dgm:spPr/>
      <dgm:t>
        <a:bodyPr/>
        <a:lstStyle/>
        <a:p>
          <a:endParaRPr lang="en-US"/>
        </a:p>
      </dgm:t>
    </dgm:pt>
    <dgm:pt modelId="{00DE5C4C-8798-4A70-B430-70E897204285}">
      <dgm:prSet/>
      <dgm:spPr/>
      <dgm:t>
        <a:bodyPr/>
        <a:lstStyle/>
        <a:p>
          <a:r>
            <a:rPr lang="en-US"/>
            <a:t>• Answer research questions and test hypotheses</a:t>
          </a:r>
        </a:p>
      </dgm:t>
    </dgm:pt>
    <dgm:pt modelId="{AA963B37-5E71-4F79-90B2-A30A0D0A281B}" type="parTrans" cxnId="{1062CF9E-CF7C-49BD-8954-C53174A434A5}">
      <dgm:prSet/>
      <dgm:spPr/>
      <dgm:t>
        <a:bodyPr/>
        <a:lstStyle/>
        <a:p>
          <a:endParaRPr lang="en-US"/>
        </a:p>
      </dgm:t>
    </dgm:pt>
    <dgm:pt modelId="{7961AC1D-FDD2-4C31-BB3E-DF95E4FAD4A1}" type="sibTrans" cxnId="{1062CF9E-CF7C-49BD-8954-C53174A434A5}">
      <dgm:prSet/>
      <dgm:spPr/>
      <dgm:t>
        <a:bodyPr/>
        <a:lstStyle/>
        <a:p>
          <a:endParaRPr lang="en-US"/>
        </a:p>
      </dgm:t>
    </dgm:pt>
    <dgm:pt modelId="{E3C6F3E8-A67E-4D29-AB0E-4BF5F0002810}">
      <dgm:prSet/>
      <dgm:spPr/>
      <dgm:t>
        <a:bodyPr/>
        <a:lstStyle/>
        <a:p>
          <a:r>
            <a:rPr lang="en-US" dirty="0"/>
            <a:t>• Support decision-making and problem-solving</a:t>
          </a:r>
        </a:p>
      </dgm:t>
    </dgm:pt>
    <dgm:pt modelId="{88F0BEB0-2B18-4332-9B24-439C9B3852FA}" type="parTrans" cxnId="{27682A31-1339-4730-AD1A-051C8A1FE2F5}">
      <dgm:prSet/>
      <dgm:spPr/>
      <dgm:t>
        <a:bodyPr/>
        <a:lstStyle/>
        <a:p>
          <a:endParaRPr lang="en-US"/>
        </a:p>
      </dgm:t>
    </dgm:pt>
    <dgm:pt modelId="{D5886BB3-4C9F-4621-B433-78829D59428F}" type="sibTrans" cxnId="{27682A31-1339-4730-AD1A-051C8A1FE2F5}">
      <dgm:prSet/>
      <dgm:spPr/>
      <dgm:t>
        <a:bodyPr/>
        <a:lstStyle/>
        <a:p>
          <a:endParaRPr lang="en-US"/>
        </a:p>
      </dgm:t>
    </dgm:pt>
    <dgm:pt modelId="{A79EFB76-5769-4600-92F7-18BCC9B9503A}" type="pres">
      <dgm:prSet presAssocID="{E9356F5F-3377-4ABC-B98D-1E10C08E2E16}" presName="root" presStyleCnt="0">
        <dgm:presLayoutVars>
          <dgm:dir/>
          <dgm:resizeHandles val="exact"/>
        </dgm:presLayoutVars>
      </dgm:prSet>
      <dgm:spPr/>
    </dgm:pt>
    <dgm:pt modelId="{D0A5547B-9782-40B1-9B20-C578159AFB62}" type="pres">
      <dgm:prSet presAssocID="{D283FAF1-7269-4583-86E6-7D0DEBC7A46A}" presName="compNode" presStyleCnt="0"/>
      <dgm:spPr/>
    </dgm:pt>
    <dgm:pt modelId="{7B0B3FDF-6257-4189-A1A2-405C233DE5DB}" type="pres">
      <dgm:prSet presAssocID="{D283FAF1-7269-4583-86E6-7D0DEBC7A46A}" presName="bgRect" presStyleLbl="bgShp" presStyleIdx="0" presStyleCnt="3"/>
      <dgm:spPr/>
    </dgm:pt>
    <dgm:pt modelId="{0DE59D81-D45D-41F7-A10A-F90E128DDE1B}" type="pres">
      <dgm:prSet presAssocID="{D283FAF1-7269-4583-86E6-7D0DEBC7A4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B65203D1-7E74-4BF1-981A-DC032F9392CB}" type="pres">
      <dgm:prSet presAssocID="{D283FAF1-7269-4583-86E6-7D0DEBC7A46A}" presName="spaceRect" presStyleCnt="0"/>
      <dgm:spPr/>
    </dgm:pt>
    <dgm:pt modelId="{16EABA8F-77BE-4F5C-A008-4BA39CF75EEE}" type="pres">
      <dgm:prSet presAssocID="{D283FAF1-7269-4583-86E6-7D0DEBC7A46A}" presName="parTx" presStyleLbl="revTx" presStyleIdx="0" presStyleCnt="3">
        <dgm:presLayoutVars>
          <dgm:chMax val="0"/>
          <dgm:chPref val="0"/>
        </dgm:presLayoutVars>
      </dgm:prSet>
      <dgm:spPr/>
    </dgm:pt>
    <dgm:pt modelId="{690F8251-6F1D-4945-B4E3-BAE66DB7D86F}" type="pres">
      <dgm:prSet presAssocID="{0908B1BD-6D70-46B4-9533-69EC19CC8261}" presName="sibTrans" presStyleCnt="0"/>
      <dgm:spPr/>
    </dgm:pt>
    <dgm:pt modelId="{AA1216A3-3728-484D-9D20-9BDB2EBA0FEB}" type="pres">
      <dgm:prSet presAssocID="{00DE5C4C-8798-4A70-B430-70E897204285}" presName="compNode" presStyleCnt="0"/>
      <dgm:spPr/>
    </dgm:pt>
    <dgm:pt modelId="{A382080E-B3EA-422F-8AC1-BA9ECC74A9A4}" type="pres">
      <dgm:prSet presAssocID="{00DE5C4C-8798-4A70-B430-70E897204285}" presName="bgRect" presStyleLbl="bgShp" presStyleIdx="1" presStyleCnt="3"/>
      <dgm:spPr/>
    </dgm:pt>
    <dgm:pt modelId="{701E243F-988B-400B-BAB2-F34F9141D2F3}" type="pres">
      <dgm:prSet presAssocID="{00DE5C4C-8798-4A70-B430-70E8972042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537C2AD3-C0D6-47A7-BFBC-DFAD1FEE7270}" type="pres">
      <dgm:prSet presAssocID="{00DE5C4C-8798-4A70-B430-70E897204285}" presName="spaceRect" presStyleCnt="0"/>
      <dgm:spPr/>
    </dgm:pt>
    <dgm:pt modelId="{56E18032-A737-4E70-8C71-C6E98436BC3E}" type="pres">
      <dgm:prSet presAssocID="{00DE5C4C-8798-4A70-B430-70E897204285}" presName="parTx" presStyleLbl="revTx" presStyleIdx="1" presStyleCnt="3">
        <dgm:presLayoutVars>
          <dgm:chMax val="0"/>
          <dgm:chPref val="0"/>
        </dgm:presLayoutVars>
      </dgm:prSet>
      <dgm:spPr/>
    </dgm:pt>
    <dgm:pt modelId="{25CEDC36-C001-4E8B-B9C5-A2685B6FE81C}" type="pres">
      <dgm:prSet presAssocID="{7961AC1D-FDD2-4C31-BB3E-DF95E4FAD4A1}" presName="sibTrans" presStyleCnt="0"/>
      <dgm:spPr/>
    </dgm:pt>
    <dgm:pt modelId="{1D54E94B-3F7F-4043-98F7-89BAEC61BAB0}" type="pres">
      <dgm:prSet presAssocID="{E3C6F3E8-A67E-4D29-AB0E-4BF5F0002810}" presName="compNode" presStyleCnt="0"/>
      <dgm:spPr/>
    </dgm:pt>
    <dgm:pt modelId="{8C959FD8-FA49-4A8B-9218-9503A69BA912}" type="pres">
      <dgm:prSet presAssocID="{E3C6F3E8-A67E-4D29-AB0E-4BF5F0002810}" presName="bgRect" presStyleLbl="bgShp" presStyleIdx="2" presStyleCnt="3"/>
      <dgm:spPr/>
    </dgm:pt>
    <dgm:pt modelId="{9611E6A5-B59C-4382-A3A1-0A9EE43AD6B7}" type="pres">
      <dgm:prSet presAssocID="{E3C6F3E8-A67E-4D29-AB0E-4BF5F00028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FEAA5D71-D46E-4FD9-B487-400E0BEC39E4}" type="pres">
      <dgm:prSet presAssocID="{E3C6F3E8-A67E-4D29-AB0E-4BF5F0002810}" presName="spaceRect" presStyleCnt="0"/>
      <dgm:spPr/>
    </dgm:pt>
    <dgm:pt modelId="{D550D578-D684-4D29-A3DD-FAF27FDB9E64}" type="pres">
      <dgm:prSet presAssocID="{E3C6F3E8-A67E-4D29-AB0E-4BF5F000281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F0A3D11-22EA-4ABC-AA7D-00D7D866AFCD}" type="presOf" srcId="{00DE5C4C-8798-4A70-B430-70E897204285}" destId="{56E18032-A737-4E70-8C71-C6E98436BC3E}" srcOrd="0" destOrd="0" presId="urn:microsoft.com/office/officeart/2018/2/layout/IconVerticalSolidList"/>
    <dgm:cxn modelId="{27682A31-1339-4730-AD1A-051C8A1FE2F5}" srcId="{E9356F5F-3377-4ABC-B98D-1E10C08E2E16}" destId="{E3C6F3E8-A67E-4D29-AB0E-4BF5F0002810}" srcOrd="2" destOrd="0" parTransId="{88F0BEB0-2B18-4332-9B24-439C9B3852FA}" sibTransId="{D5886BB3-4C9F-4621-B433-78829D59428F}"/>
    <dgm:cxn modelId="{F0D4E84D-8BE7-4AFA-9834-B393D92AC9B7}" type="presOf" srcId="{D283FAF1-7269-4583-86E6-7D0DEBC7A46A}" destId="{16EABA8F-77BE-4F5C-A008-4BA39CF75EEE}" srcOrd="0" destOrd="0" presId="urn:microsoft.com/office/officeart/2018/2/layout/IconVerticalSolidList"/>
    <dgm:cxn modelId="{1062CF9E-CF7C-49BD-8954-C53174A434A5}" srcId="{E9356F5F-3377-4ABC-B98D-1E10C08E2E16}" destId="{00DE5C4C-8798-4A70-B430-70E897204285}" srcOrd="1" destOrd="0" parTransId="{AA963B37-5E71-4F79-90B2-A30A0D0A281B}" sibTransId="{7961AC1D-FDD2-4C31-BB3E-DF95E4FAD4A1}"/>
    <dgm:cxn modelId="{1F58A6A5-1C4D-41EC-964C-A3CF46641468}" type="presOf" srcId="{E9356F5F-3377-4ABC-B98D-1E10C08E2E16}" destId="{A79EFB76-5769-4600-92F7-18BCC9B9503A}" srcOrd="0" destOrd="0" presId="urn:microsoft.com/office/officeart/2018/2/layout/IconVerticalSolidList"/>
    <dgm:cxn modelId="{A963BAAB-9914-43C2-9806-668A9074508E}" type="presOf" srcId="{E3C6F3E8-A67E-4D29-AB0E-4BF5F0002810}" destId="{D550D578-D684-4D29-A3DD-FAF27FDB9E64}" srcOrd="0" destOrd="0" presId="urn:microsoft.com/office/officeart/2018/2/layout/IconVerticalSolidList"/>
    <dgm:cxn modelId="{8C6A06FA-82CD-460E-9F85-C88451BF3AFF}" srcId="{E9356F5F-3377-4ABC-B98D-1E10C08E2E16}" destId="{D283FAF1-7269-4583-86E6-7D0DEBC7A46A}" srcOrd="0" destOrd="0" parTransId="{4EFDF976-D218-4C23-BE44-30C8C6BE18F6}" sibTransId="{0908B1BD-6D70-46B4-9533-69EC19CC8261}"/>
    <dgm:cxn modelId="{78786843-F80D-4EAF-AED2-516E168E049B}" type="presParOf" srcId="{A79EFB76-5769-4600-92F7-18BCC9B9503A}" destId="{D0A5547B-9782-40B1-9B20-C578159AFB62}" srcOrd="0" destOrd="0" presId="urn:microsoft.com/office/officeart/2018/2/layout/IconVerticalSolidList"/>
    <dgm:cxn modelId="{6789BF59-F92F-4431-9C39-2C2EEDF5A236}" type="presParOf" srcId="{D0A5547B-9782-40B1-9B20-C578159AFB62}" destId="{7B0B3FDF-6257-4189-A1A2-405C233DE5DB}" srcOrd="0" destOrd="0" presId="urn:microsoft.com/office/officeart/2018/2/layout/IconVerticalSolidList"/>
    <dgm:cxn modelId="{FA4E9E12-5648-4C45-B3AB-BF35EE917154}" type="presParOf" srcId="{D0A5547B-9782-40B1-9B20-C578159AFB62}" destId="{0DE59D81-D45D-41F7-A10A-F90E128DDE1B}" srcOrd="1" destOrd="0" presId="urn:microsoft.com/office/officeart/2018/2/layout/IconVerticalSolidList"/>
    <dgm:cxn modelId="{96E95E22-6309-4463-8CC4-74EFFE20289C}" type="presParOf" srcId="{D0A5547B-9782-40B1-9B20-C578159AFB62}" destId="{B65203D1-7E74-4BF1-981A-DC032F9392CB}" srcOrd="2" destOrd="0" presId="urn:microsoft.com/office/officeart/2018/2/layout/IconVerticalSolidList"/>
    <dgm:cxn modelId="{EE6A9521-3B18-449F-BF28-1E24AEFCB5C8}" type="presParOf" srcId="{D0A5547B-9782-40B1-9B20-C578159AFB62}" destId="{16EABA8F-77BE-4F5C-A008-4BA39CF75EEE}" srcOrd="3" destOrd="0" presId="urn:microsoft.com/office/officeart/2018/2/layout/IconVerticalSolidList"/>
    <dgm:cxn modelId="{BE03BB8B-5D1C-439E-AA95-5407B38ED935}" type="presParOf" srcId="{A79EFB76-5769-4600-92F7-18BCC9B9503A}" destId="{690F8251-6F1D-4945-B4E3-BAE66DB7D86F}" srcOrd="1" destOrd="0" presId="urn:microsoft.com/office/officeart/2018/2/layout/IconVerticalSolidList"/>
    <dgm:cxn modelId="{9F99B8D6-C489-4642-9262-2FA81ACDB52C}" type="presParOf" srcId="{A79EFB76-5769-4600-92F7-18BCC9B9503A}" destId="{AA1216A3-3728-484D-9D20-9BDB2EBA0FEB}" srcOrd="2" destOrd="0" presId="urn:microsoft.com/office/officeart/2018/2/layout/IconVerticalSolidList"/>
    <dgm:cxn modelId="{D02762C2-1305-4215-9CEE-DE364764C282}" type="presParOf" srcId="{AA1216A3-3728-484D-9D20-9BDB2EBA0FEB}" destId="{A382080E-B3EA-422F-8AC1-BA9ECC74A9A4}" srcOrd="0" destOrd="0" presId="urn:microsoft.com/office/officeart/2018/2/layout/IconVerticalSolidList"/>
    <dgm:cxn modelId="{3EF91333-6084-4417-97C2-41D0653DA766}" type="presParOf" srcId="{AA1216A3-3728-484D-9D20-9BDB2EBA0FEB}" destId="{701E243F-988B-400B-BAB2-F34F9141D2F3}" srcOrd="1" destOrd="0" presId="urn:microsoft.com/office/officeart/2018/2/layout/IconVerticalSolidList"/>
    <dgm:cxn modelId="{A67E1866-96A3-4125-A44E-13895D989644}" type="presParOf" srcId="{AA1216A3-3728-484D-9D20-9BDB2EBA0FEB}" destId="{537C2AD3-C0D6-47A7-BFBC-DFAD1FEE7270}" srcOrd="2" destOrd="0" presId="urn:microsoft.com/office/officeart/2018/2/layout/IconVerticalSolidList"/>
    <dgm:cxn modelId="{651A1DBC-64FE-4C85-8EBF-4CB7757EB89D}" type="presParOf" srcId="{AA1216A3-3728-484D-9D20-9BDB2EBA0FEB}" destId="{56E18032-A737-4E70-8C71-C6E98436BC3E}" srcOrd="3" destOrd="0" presId="urn:microsoft.com/office/officeart/2018/2/layout/IconVerticalSolidList"/>
    <dgm:cxn modelId="{DB6CCBE6-9FE3-4E8B-8402-6D84EB22C551}" type="presParOf" srcId="{A79EFB76-5769-4600-92F7-18BCC9B9503A}" destId="{25CEDC36-C001-4E8B-B9C5-A2685B6FE81C}" srcOrd="3" destOrd="0" presId="urn:microsoft.com/office/officeart/2018/2/layout/IconVerticalSolidList"/>
    <dgm:cxn modelId="{C9AD6B8F-D818-4AA4-93B2-305687E82223}" type="presParOf" srcId="{A79EFB76-5769-4600-92F7-18BCC9B9503A}" destId="{1D54E94B-3F7F-4043-98F7-89BAEC61BAB0}" srcOrd="4" destOrd="0" presId="urn:microsoft.com/office/officeart/2018/2/layout/IconVerticalSolidList"/>
    <dgm:cxn modelId="{A15522B9-B01A-43BC-89F3-DE21075D04D0}" type="presParOf" srcId="{1D54E94B-3F7F-4043-98F7-89BAEC61BAB0}" destId="{8C959FD8-FA49-4A8B-9218-9503A69BA912}" srcOrd="0" destOrd="0" presId="urn:microsoft.com/office/officeart/2018/2/layout/IconVerticalSolidList"/>
    <dgm:cxn modelId="{6E5A9AAE-5CC9-47F1-9E46-A33AD25A47D9}" type="presParOf" srcId="{1D54E94B-3F7F-4043-98F7-89BAEC61BAB0}" destId="{9611E6A5-B59C-4382-A3A1-0A9EE43AD6B7}" srcOrd="1" destOrd="0" presId="urn:microsoft.com/office/officeart/2018/2/layout/IconVerticalSolidList"/>
    <dgm:cxn modelId="{F2B5BB23-A992-4C2C-A4CB-B7EE082FEB25}" type="presParOf" srcId="{1D54E94B-3F7F-4043-98F7-89BAEC61BAB0}" destId="{FEAA5D71-D46E-4FD9-B487-400E0BEC39E4}" srcOrd="2" destOrd="0" presId="urn:microsoft.com/office/officeart/2018/2/layout/IconVerticalSolidList"/>
    <dgm:cxn modelId="{88CE32F4-D7F2-4928-8A8F-8A194CFDB25D}" type="presParOf" srcId="{1D54E94B-3F7F-4043-98F7-89BAEC61BAB0}" destId="{D550D578-D684-4D29-A3DD-FAF27FDB9E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F8A854-41C2-460A-A2FD-3305E1DD750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82B70F7-92C5-4CFB-B754-B3B7F4E62DCC}">
      <dgm:prSet/>
      <dgm:spPr/>
      <dgm:t>
        <a:bodyPr/>
        <a:lstStyle/>
        <a:p>
          <a:r>
            <a:rPr lang="en-US"/>
            <a:t>• Surveys / Questionnaires</a:t>
          </a:r>
        </a:p>
      </dgm:t>
    </dgm:pt>
    <dgm:pt modelId="{974B7FBA-995B-409E-BA6B-7EF463AB7B1C}" type="parTrans" cxnId="{2C65EF9B-86A0-4DAF-A726-54ACC53823F8}">
      <dgm:prSet/>
      <dgm:spPr/>
      <dgm:t>
        <a:bodyPr/>
        <a:lstStyle/>
        <a:p>
          <a:endParaRPr lang="en-US"/>
        </a:p>
      </dgm:t>
    </dgm:pt>
    <dgm:pt modelId="{045BCBB0-8B82-4913-B6A6-07FC50478E2C}" type="sibTrans" cxnId="{2C65EF9B-86A0-4DAF-A726-54ACC53823F8}">
      <dgm:prSet/>
      <dgm:spPr/>
      <dgm:t>
        <a:bodyPr/>
        <a:lstStyle/>
        <a:p>
          <a:endParaRPr lang="en-US"/>
        </a:p>
      </dgm:t>
    </dgm:pt>
    <dgm:pt modelId="{2AD05840-2E09-43BC-86F9-7795F9BB814F}">
      <dgm:prSet/>
      <dgm:spPr/>
      <dgm:t>
        <a:bodyPr/>
        <a:lstStyle/>
        <a:p>
          <a:r>
            <a:rPr lang="en-US"/>
            <a:t>• Interviews</a:t>
          </a:r>
        </a:p>
      </dgm:t>
    </dgm:pt>
    <dgm:pt modelId="{964CCD1A-EFB7-467D-81E9-ADF2FFDE0646}" type="parTrans" cxnId="{CFF107A4-774A-45D3-9A7F-436E674E5FF6}">
      <dgm:prSet/>
      <dgm:spPr/>
      <dgm:t>
        <a:bodyPr/>
        <a:lstStyle/>
        <a:p>
          <a:endParaRPr lang="en-US"/>
        </a:p>
      </dgm:t>
    </dgm:pt>
    <dgm:pt modelId="{4A1BBBF5-7F9B-4176-B258-E33B0EDA6267}" type="sibTrans" cxnId="{CFF107A4-774A-45D3-9A7F-436E674E5FF6}">
      <dgm:prSet/>
      <dgm:spPr/>
      <dgm:t>
        <a:bodyPr/>
        <a:lstStyle/>
        <a:p>
          <a:endParaRPr lang="en-US"/>
        </a:p>
      </dgm:t>
    </dgm:pt>
    <dgm:pt modelId="{B992FFB4-68A2-4B3B-8B0F-DCDB60AA856F}">
      <dgm:prSet/>
      <dgm:spPr/>
      <dgm:t>
        <a:bodyPr/>
        <a:lstStyle/>
        <a:p>
          <a:r>
            <a:rPr lang="en-US"/>
            <a:t>• Observation</a:t>
          </a:r>
        </a:p>
      </dgm:t>
    </dgm:pt>
    <dgm:pt modelId="{70DF3262-78C7-4F02-940A-1CAD667D28E2}" type="parTrans" cxnId="{B5CA5BE7-C3E9-4282-8EA4-E1299EBF2C28}">
      <dgm:prSet/>
      <dgm:spPr/>
      <dgm:t>
        <a:bodyPr/>
        <a:lstStyle/>
        <a:p>
          <a:endParaRPr lang="en-US"/>
        </a:p>
      </dgm:t>
    </dgm:pt>
    <dgm:pt modelId="{BF5CE7B1-9764-429F-B397-CB202D7403B1}" type="sibTrans" cxnId="{B5CA5BE7-C3E9-4282-8EA4-E1299EBF2C28}">
      <dgm:prSet/>
      <dgm:spPr/>
      <dgm:t>
        <a:bodyPr/>
        <a:lstStyle/>
        <a:p>
          <a:endParaRPr lang="en-US"/>
        </a:p>
      </dgm:t>
    </dgm:pt>
    <dgm:pt modelId="{B1D4065B-E58B-4F50-AE9A-BB334685D678}">
      <dgm:prSet/>
      <dgm:spPr/>
      <dgm:t>
        <a:bodyPr/>
        <a:lstStyle/>
        <a:p>
          <a:r>
            <a:rPr lang="en-US"/>
            <a:t>• Experiments</a:t>
          </a:r>
        </a:p>
      </dgm:t>
    </dgm:pt>
    <dgm:pt modelId="{33926803-0FA3-4A69-9A9D-3E87323204B0}" type="parTrans" cxnId="{80C6F3CA-253B-42AD-939F-4F7FEECFB038}">
      <dgm:prSet/>
      <dgm:spPr/>
      <dgm:t>
        <a:bodyPr/>
        <a:lstStyle/>
        <a:p>
          <a:endParaRPr lang="en-US"/>
        </a:p>
      </dgm:t>
    </dgm:pt>
    <dgm:pt modelId="{1DFAC141-4F83-4A57-96CE-9CD7177858A1}" type="sibTrans" cxnId="{80C6F3CA-253B-42AD-939F-4F7FEECFB038}">
      <dgm:prSet/>
      <dgm:spPr/>
      <dgm:t>
        <a:bodyPr/>
        <a:lstStyle/>
        <a:p>
          <a:endParaRPr lang="en-US"/>
        </a:p>
      </dgm:t>
    </dgm:pt>
    <dgm:pt modelId="{F06AA2F9-B777-4270-B7EF-94CF0DE73A03}">
      <dgm:prSet/>
      <dgm:spPr/>
      <dgm:t>
        <a:bodyPr/>
        <a:lstStyle/>
        <a:p>
          <a:r>
            <a:rPr lang="en-US"/>
            <a:t>• Focus Groups</a:t>
          </a:r>
        </a:p>
      </dgm:t>
    </dgm:pt>
    <dgm:pt modelId="{D13F18FA-8EFC-4BBD-8F13-DD38015237EE}" type="parTrans" cxnId="{43A8B903-6AB7-4911-BF33-51085C29E770}">
      <dgm:prSet/>
      <dgm:spPr/>
      <dgm:t>
        <a:bodyPr/>
        <a:lstStyle/>
        <a:p>
          <a:endParaRPr lang="en-US"/>
        </a:p>
      </dgm:t>
    </dgm:pt>
    <dgm:pt modelId="{05C751D5-3559-429B-B17D-B21008498717}" type="sibTrans" cxnId="{43A8B903-6AB7-4911-BF33-51085C29E770}">
      <dgm:prSet/>
      <dgm:spPr/>
      <dgm:t>
        <a:bodyPr/>
        <a:lstStyle/>
        <a:p>
          <a:endParaRPr lang="en-US"/>
        </a:p>
      </dgm:t>
    </dgm:pt>
    <dgm:pt modelId="{39BD1BD4-05D8-4749-BEE4-BA52E49F160A}">
      <dgm:prSet/>
      <dgm:spPr/>
      <dgm:t>
        <a:bodyPr/>
        <a:lstStyle/>
        <a:p>
          <a:r>
            <a:rPr lang="en-US"/>
            <a:t>• Case Studies</a:t>
          </a:r>
        </a:p>
      </dgm:t>
    </dgm:pt>
    <dgm:pt modelId="{31D707F0-AEF5-41A9-9868-6BFA3277A3E5}" type="parTrans" cxnId="{038A6264-2F3A-4A48-9578-0E5051281D4C}">
      <dgm:prSet/>
      <dgm:spPr/>
      <dgm:t>
        <a:bodyPr/>
        <a:lstStyle/>
        <a:p>
          <a:endParaRPr lang="en-US"/>
        </a:p>
      </dgm:t>
    </dgm:pt>
    <dgm:pt modelId="{26F56070-1C8C-4CF0-950E-6E56592743D9}" type="sibTrans" cxnId="{038A6264-2F3A-4A48-9578-0E5051281D4C}">
      <dgm:prSet/>
      <dgm:spPr/>
      <dgm:t>
        <a:bodyPr/>
        <a:lstStyle/>
        <a:p>
          <a:endParaRPr lang="en-US"/>
        </a:p>
      </dgm:t>
    </dgm:pt>
    <dgm:pt modelId="{FCAB23CA-2259-481C-AD13-7AB0DBF02D84}">
      <dgm:prSet/>
      <dgm:spPr/>
      <dgm:t>
        <a:bodyPr/>
        <a:lstStyle/>
        <a:p>
          <a:r>
            <a:rPr lang="en-US" dirty="0"/>
            <a:t>• Field Trials </a:t>
          </a:r>
        </a:p>
      </dgm:t>
    </dgm:pt>
    <dgm:pt modelId="{88A7225F-A3DA-418A-8DD5-FCDA0DCD7D7C}" type="parTrans" cxnId="{E7F1F235-5B89-44C1-814B-EF8377A3A75A}">
      <dgm:prSet/>
      <dgm:spPr/>
      <dgm:t>
        <a:bodyPr/>
        <a:lstStyle/>
        <a:p>
          <a:endParaRPr lang="en-US"/>
        </a:p>
      </dgm:t>
    </dgm:pt>
    <dgm:pt modelId="{4C45DD69-7E9A-4787-BCC3-78919B54A4C4}" type="sibTrans" cxnId="{E7F1F235-5B89-44C1-814B-EF8377A3A75A}">
      <dgm:prSet/>
      <dgm:spPr/>
      <dgm:t>
        <a:bodyPr/>
        <a:lstStyle/>
        <a:p>
          <a:endParaRPr lang="en-US"/>
        </a:p>
      </dgm:t>
    </dgm:pt>
    <dgm:pt modelId="{306A1AB7-3BCC-4722-8C0D-8C86C51C7F81}" type="pres">
      <dgm:prSet presAssocID="{38F8A854-41C2-460A-A2FD-3305E1DD750A}" presName="linear" presStyleCnt="0">
        <dgm:presLayoutVars>
          <dgm:animLvl val="lvl"/>
          <dgm:resizeHandles val="exact"/>
        </dgm:presLayoutVars>
      </dgm:prSet>
      <dgm:spPr/>
    </dgm:pt>
    <dgm:pt modelId="{15BADD32-161D-4E04-815E-C0FA32A82EC0}" type="pres">
      <dgm:prSet presAssocID="{D82B70F7-92C5-4CFB-B754-B3B7F4E62DC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C618DF1-8A0D-4483-8861-71279BA98C57}" type="pres">
      <dgm:prSet presAssocID="{045BCBB0-8B82-4913-B6A6-07FC50478E2C}" presName="spacer" presStyleCnt="0"/>
      <dgm:spPr/>
    </dgm:pt>
    <dgm:pt modelId="{2FC699C2-E8C1-40FD-8C7E-95EA35156ED3}" type="pres">
      <dgm:prSet presAssocID="{2AD05840-2E09-43BC-86F9-7795F9BB814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6BCBBF3-B9C3-473B-9D4B-6F715347CC00}" type="pres">
      <dgm:prSet presAssocID="{4A1BBBF5-7F9B-4176-B258-E33B0EDA6267}" presName="spacer" presStyleCnt="0"/>
      <dgm:spPr/>
    </dgm:pt>
    <dgm:pt modelId="{9AA49788-40E0-4CCA-814A-7E9C2437F30C}" type="pres">
      <dgm:prSet presAssocID="{B992FFB4-68A2-4B3B-8B0F-DCDB60AA856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8F258E9-99CE-4669-8755-F1348496A5C6}" type="pres">
      <dgm:prSet presAssocID="{BF5CE7B1-9764-429F-B397-CB202D7403B1}" presName="spacer" presStyleCnt="0"/>
      <dgm:spPr/>
    </dgm:pt>
    <dgm:pt modelId="{A7EA10F5-9216-45AD-8831-CF0F8EABE7D5}" type="pres">
      <dgm:prSet presAssocID="{B1D4065B-E58B-4F50-AE9A-BB334685D67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F65900F-54F1-4614-9272-19F327F43EC4}" type="pres">
      <dgm:prSet presAssocID="{1DFAC141-4F83-4A57-96CE-9CD7177858A1}" presName="spacer" presStyleCnt="0"/>
      <dgm:spPr/>
    </dgm:pt>
    <dgm:pt modelId="{BA94C2E8-9121-4473-9208-8E7A756A623A}" type="pres">
      <dgm:prSet presAssocID="{F06AA2F9-B777-4270-B7EF-94CF0DE73A0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1344C43-3EAA-49F2-B157-92EBCD344188}" type="pres">
      <dgm:prSet presAssocID="{05C751D5-3559-429B-B17D-B21008498717}" presName="spacer" presStyleCnt="0"/>
      <dgm:spPr/>
    </dgm:pt>
    <dgm:pt modelId="{36116E05-8FA7-432E-9C7E-1039777FF62E}" type="pres">
      <dgm:prSet presAssocID="{39BD1BD4-05D8-4749-BEE4-BA52E49F160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B174361-1372-4FA0-83CB-2C4D322355DB}" type="pres">
      <dgm:prSet presAssocID="{26F56070-1C8C-4CF0-950E-6E56592743D9}" presName="spacer" presStyleCnt="0"/>
      <dgm:spPr/>
    </dgm:pt>
    <dgm:pt modelId="{81FF7AED-A8C0-48F3-BE01-B1BC026C72F8}" type="pres">
      <dgm:prSet presAssocID="{FCAB23CA-2259-481C-AD13-7AB0DBF02D8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04B3703-E013-4981-9497-19D4DFD8B2DF}" type="presOf" srcId="{D82B70F7-92C5-4CFB-B754-B3B7F4E62DCC}" destId="{15BADD32-161D-4E04-815E-C0FA32A82EC0}" srcOrd="0" destOrd="0" presId="urn:microsoft.com/office/officeart/2005/8/layout/vList2"/>
    <dgm:cxn modelId="{43A8B903-6AB7-4911-BF33-51085C29E770}" srcId="{38F8A854-41C2-460A-A2FD-3305E1DD750A}" destId="{F06AA2F9-B777-4270-B7EF-94CF0DE73A03}" srcOrd="4" destOrd="0" parTransId="{D13F18FA-8EFC-4BBD-8F13-DD38015237EE}" sibTransId="{05C751D5-3559-429B-B17D-B21008498717}"/>
    <dgm:cxn modelId="{E7F1F235-5B89-44C1-814B-EF8377A3A75A}" srcId="{38F8A854-41C2-460A-A2FD-3305E1DD750A}" destId="{FCAB23CA-2259-481C-AD13-7AB0DBF02D84}" srcOrd="6" destOrd="0" parTransId="{88A7225F-A3DA-418A-8DD5-FCDA0DCD7D7C}" sibTransId="{4C45DD69-7E9A-4787-BCC3-78919B54A4C4}"/>
    <dgm:cxn modelId="{3E829363-2FBA-41B2-A07E-62BC8ACDDDAC}" type="presOf" srcId="{38F8A854-41C2-460A-A2FD-3305E1DD750A}" destId="{306A1AB7-3BCC-4722-8C0D-8C86C51C7F81}" srcOrd="0" destOrd="0" presId="urn:microsoft.com/office/officeart/2005/8/layout/vList2"/>
    <dgm:cxn modelId="{038A6264-2F3A-4A48-9578-0E5051281D4C}" srcId="{38F8A854-41C2-460A-A2FD-3305E1DD750A}" destId="{39BD1BD4-05D8-4749-BEE4-BA52E49F160A}" srcOrd="5" destOrd="0" parTransId="{31D707F0-AEF5-41A9-9868-6BFA3277A3E5}" sibTransId="{26F56070-1C8C-4CF0-950E-6E56592743D9}"/>
    <dgm:cxn modelId="{B0A7B157-7FDF-45A5-92D9-5DDF3561BE7F}" type="presOf" srcId="{FCAB23CA-2259-481C-AD13-7AB0DBF02D84}" destId="{81FF7AED-A8C0-48F3-BE01-B1BC026C72F8}" srcOrd="0" destOrd="0" presId="urn:microsoft.com/office/officeart/2005/8/layout/vList2"/>
    <dgm:cxn modelId="{9EE20A79-685F-4676-986C-1E0196746D84}" type="presOf" srcId="{B1D4065B-E58B-4F50-AE9A-BB334685D678}" destId="{A7EA10F5-9216-45AD-8831-CF0F8EABE7D5}" srcOrd="0" destOrd="0" presId="urn:microsoft.com/office/officeart/2005/8/layout/vList2"/>
    <dgm:cxn modelId="{735BB683-5C8A-47DE-9C0C-C4D58BF196DA}" type="presOf" srcId="{2AD05840-2E09-43BC-86F9-7795F9BB814F}" destId="{2FC699C2-E8C1-40FD-8C7E-95EA35156ED3}" srcOrd="0" destOrd="0" presId="urn:microsoft.com/office/officeart/2005/8/layout/vList2"/>
    <dgm:cxn modelId="{2C65EF9B-86A0-4DAF-A726-54ACC53823F8}" srcId="{38F8A854-41C2-460A-A2FD-3305E1DD750A}" destId="{D82B70F7-92C5-4CFB-B754-B3B7F4E62DCC}" srcOrd="0" destOrd="0" parTransId="{974B7FBA-995B-409E-BA6B-7EF463AB7B1C}" sibTransId="{045BCBB0-8B82-4913-B6A6-07FC50478E2C}"/>
    <dgm:cxn modelId="{CFF107A4-774A-45D3-9A7F-436E674E5FF6}" srcId="{38F8A854-41C2-460A-A2FD-3305E1DD750A}" destId="{2AD05840-2E09-43BC-86F9-7795F9BB814F}" srcOrd="1" destOrd="0" parTransId="{964CCD1A-EFB7-467D-81E9-ADF2FFDE0646}" sibTransId="{4A1BBBF5-7F9B-4176-B258-E33B0EDA6267}"/>
    <dgm:cxn modelId="{80C6F3CA-253B-42AD-939F-4F7FEECFB038}" srcId="{38F8A854-41C2-460A-A2FD-3305E1DD750A}" destId="{B1D4065B-E58B-4F50-AE9A-BB334685D678}" srcOrd="3" destOrd="0" parTransId="{33926803-0FA3-4A69-9A9D-3E87323204B0}" sibTransId="{1DFAC141-4F83-4A57-96CE-9CD7177858A1}"/>
    <dgm:cxn modelId="{6EC467D8-83D4-4FA7-97DA-7A10A87F9AA6}" type="presOf" srcId="{B992FFB4-68A2-4B3B-8B0F-DCDB60AA856F}" destId="{9AA49788-40E0-4CCA-814A-7E9C2437F30C}" srcOrd="0" destOrd="0" presId="urn:microsoft.com/office/officeart/2005/8/layout/vList2"/>
    <dgm:cxn modelId="{B5CA5BE7-C3E9-4282-8EA4-E1299EBF2C28}" srcId="{38F8A854-41C2-460A-A2FD-3305E1DD750A}" destId="{B992FFB4-68A2-4B3B-8B0F-DCDB60AA856F}" srcOrd="2" destOrd="0" parTransId="{70DF3262-78C7-4F02-940A-1CAD667D28E2}" sibTransId="{BF5CE7B1-9764-429F-B397-CB202D7403B1}"/>
    <dgm:cxn modelId="{59A5BAEC-7B97-4553-ABAB-3F40616BE18E}" type="presOf" srcId="{39BD1BD4-05D8-4749-BEE4-BA52E49F160A}" destId="{36116E05-8FA7-432E-9C7E-1039777FF62E}" srcOrd="0" destOrd="0" presId="urn:microsoft.com/office/officeart/2005/8/layout/vList2"/>
    <dgm:cxn modelId="{626700FE-E7C3-4660-8B76-43170A2158B7}" type="presOf" srcId="{F06AA2F9-B777-4270-B7EF-94CF0DE73A03}" destId="{BA94C2E8-9121-4473-9208-8E7A756A623A}" srcOrd="0" destOrd="0" presId="urn:microsoft.com/office/officeart/2005/8/layout/vList2"/>
    <dgm:cxn modelId="{34B236A1-DA67-432E-9FC4-0EE17BBAAAFE}" type="presParOf" srcId="{306A1AB7-3BCC-4722-8C0D-8C86C51C7F81}" destId="{15BADD32-161D-4E04-815E-C0FA32A82EC0}" srcOrd="0" destOrd="0" presId="urn:microsoft.com/office/officeart/2005/8/layout/vList2"/>
    <dgm:cxn modelId="{8708B920-1ADD-498E-9C4F-2EEE4AD17693}" type="presParOf" srcId="{306A1AB7-3BCC-4722-8C0D-8C86C51C7F81}" destId="{DC618DF1-8A0D-4483-8861-71279BA98C57}" srcOrd="1" destOrd="0" presId="urn:microsoft.com/office/officeart/2005/8/layout/vList2"/>
    <dgm:cxn modelId="{73774023-A539-41F9-9239-7E104253319A}" type="presParOf" srcId="{306A1AB7-3BCC-4722-8C0D-8C86C51C7F81}" destId="{2FC699C2-E8C1-40FD-8C7E-95EA35156ED3}" srcOrd="2" destOrd="0" presId="urn:microsoft.com/office/officeart/2005/8/layout/vList2"/>
    <dgm:cxn modelId="{44538179-7DFD-4FDF-A8A6-C2491362CF2D}" type="presParOf" srcId="{306A1AB7-3BCC-4722-8C0D-8C86C51C7F81}" destId="{66BCBBF3-B9C3-473B-9D4B-6F715347CC00}" srcOrd="3" destOrd="0" presId="urn:microsoft.com/office/officeart/2005/8/layout/vList2"/>
    <dgm:cxn modelId="{46A9CB51-C95A-42DB-9540-564C93563A12}" type="presParOf" srcId="{306A1AB7-3BCC-4722-8C0D-8C86C51C7F81}" destId="{9AA49788-40E0-4CCA-814A-7E9C2437F30C}" srcOrd="4" destOrd="0" presId="urn:microsoft.com/office/officeart/2005/8/layout/vList2"/>
    <dgm:cxn modelId="{833E225F-5BE7-4566-9DE9-A7CEE3E76E81}" type="presParOf" srcId="{306A1AB7-3BCC-4722-8C0D-8C86C51C7F81}" destId="{48F258E9-99CE-4669-8755-F1348496A5C6}" srcOrd="5" destOrd="0" presId="urn:microsoft.com/office/officeart/2005/8/layout/vList2"/>
    <dgm:cxn modelId="{D4DEBD48-695E-4646-B5FB-B814EC2A4C22}" type="presParOf" srcId="{306A1AB7-3BCC-4722-8C0D-8C86C51C7F81}" destId="{A7EA10F5-9216-45AD-8831-CF0F8EABE7D5}" srcOrd="6" destOrd="0" presId="urn:microsoft.com/office/officeart/2005/8/layout/vList2"/>
    <dgm:cxn modelId="{2C6AF9CF-D65D-4727-A818-A08A39CECE2A}" type="presParOf" srcId="{306A1AB7-3BCC-4722-8C0D-8C86C51C7F81}" destId="{EF65900F-54F1-4614-9272-19F327F43EC4}" srcOrd="7" destOrd="0" presId="urn:microsoft.com/office/officeart/2005/8/layout/vList2"/>
    <dgm:cxn modelId="{D4E2E89C-B251-45AF-9E68-3C4C143BC9A1}" type="presParOf" srcId="{306A1AB7-3BCC-4722-8C0D-8C86C51C7F81}" destId="{BA94C2E8-9121-4473-9208-8E7A756A623A}" srcOrd="8" destOrd="0" presId="urn:microsoft.com/office/officeart/2005/8/layout/vList2"/>
    <dgm:cxn modelId="{3ED3456E-833C-4596-A741-D4675564B30F}" type="presParOf" srcId="{306A1AB7-3BCC-4722-8C0D-8C86C51C7F81}" destId="{11344C43-3EAA-49F2-B157-92EBCD344188}" srcOrd="9" destOrd="0" presId="urn:microsoft.com/office/officeart/2005/8/layout/vList2"/>
    <dgm:cxn modelId="{C48869C6-0A5B-4F31-8007-38D70E1D4CFF}" type="presParOf" srcId="{306A1AB7-3BCC-4722-8C0D-8C86C51C7F81}" destId="{36116E05-8FA7-432E-9C7E-1039777FF62E}" srcOrd="10" destOrd="0" presId="urn:microsoft.com/office/officeart/2005/8/layout/vList2"/>
    <dgm:cxn modelId="{208B458E-D08C-4493-BD2E-8B7504A406A6}" type="presParOf" srcId="{306A1AB7-3BCC-4722-8C0D-8C86C51C7F81}" destId="{7B174361-1372-4FA0-83CB-2C4D322355DB}" srcOrd="11" destOrd="0" presId="urn:microsoft.com/office/officeart/2005/8/layout/vList2"/>
    <dgm:cxn modelId="{C7E07C58-DD98-45A2-A75C-7DE3C59FE05D}" type="presParOf" srcId="{306A1AB7-3BCC-4722-8C0D-8C86C51C7F81}" destId="{81FF7AED-A8C0-48F3-BE01-B1BC026C72F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034475-8D22-4981-918C-85EEB74F929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B2E5EC-E9CE-4FDE-9D7C-90CEFCA56BEB}">
      <dgm:prSet/>
      <dgm:spPr/>
      <dgm:t>
        <a:bodyPr/>
        <a:lstStyle/>
        <a:p>
          <a:r>
            <a:rPr lang="en-US"/>
            <a:t>• Document / Literature Review</a:t>
          </a:r>
        </a:p>
      </dgm:t>
    </dgm:pt>
    <dgm:pt modelId="{CA8C5CC8-AA9D-40A9-B4E4-7DF386835251}" type="parTrans" cxnId="{2E572C6B-82AA-455E-A04E-D3075150569B}">
      <dgm:prSet/>
      <dgm:spPr/>
      <dgm:t>
        <a:bodyPr/>
        <a:lstStyle/>
        <a:p>
          <a:endParaRPr lang="en-US"/>
        </a:p>
      </dgm:t>
    </dgm:pt>
    <dgm:pt modelId="{E9682911-BBB9-499F-B187-45B39D58D01C}" type="sibTrans" cxnId="{2E572C6B-82AA-455E-A04E-D3075150569B}">
      <dgm:prSet/>
      <dgm:spPr/>
      <dgm:t>
        <a:bodyPr/>
        <a:lstStyle/>
        <a:p>
          <a:endParaRPr lang="en-US"/>
        </a:p>
      </dgm:t>
    </dgm:pt>
    <dgm:pt modelId="{1914BED0-FD62-4D67-B13A-1D769BB5EC3B}">
      <dgm:prSet/>
      <dgm:spPr/>
      <dgm:t>
        <a:bodyPr/>
        <a:lstStyle/>
        <a:p>
          <a:r>
            <a:rPr lang="en-US"/>
            <a:t>• Government and Institutional Records</a:t>
          </a:r>
        </a:p>
      </dgm:t>
    </dgm:pt>
    <dgm:pt modelId="{AABDEB1E-514D-4A93-ACFC-5BB8274790F4}" type="parTrans" cxnId="{7710C9CB-7B9A-4994-B0F3-5EEE07A21EBE}">
      <dgm:prSet/>
      <dgm:spPr/>
      <dgm:t>
        <a:bodyPr/>
        <a:lstStyle/>
        <a:p>
          <a:endParaRPr lang="en-US"/>
        </a:p>
      </dgm:t>
    </dgm:pt>
    <dgm:pt modelId="{E1A80F42-C4B5-45D4-995A-AD0357136360}" type="sibTrans" cxnId="{7710C9CB-7B9A-4994-B0F3-5EEE07A21EBE}">
      <dgm:prSet/>
      <dgm:spPr/>
      <dgm:t>
        <a:bodyPr/>
        <a:lstStyle/>
        <a:p>
          <a:endParaRPr lang="en-US"/>
        </a:p>
      </dgm:t>
    </dgm:pt>
    <dgm:pt modelId="{56FF27DB-BAAA-4DC3-B2CF-1CFE72A45E07}">
      <dgm:prSet/>
      <dgm:spPr/>
      <dgm:t>
        <a:bodyPr/>
        <a:lstStyle/>
        <a:p>
          <a:r>
            <a:rPr lang="en-US"/>
            <a:t>• Online Databases and Archives</a:t>
          </a:r>
        </a:p>
      </dgm:t>
    </dgm:pt>
    <dgm:pt modelId="{3CEB523A-CA29-4F49-9B5D-37B35E85BD70}" type="parTrans" cxnId="{49D6B2A6-CDF2-419B-A095-7AB0D3B703F6}">
      <dgm:prSet/>
      <dgm:spPr/>
      <dgm:t>
        <a:bodyPr/>
        <a:lstStyle/>
        <a:p>
          <a:endParaRPr lang="en-US"/>
        </a:p>
      </dgm:t>
    </dgm:pt>
    <dgm:pt modelId="{81BE75C1-AFD8-4DF2-82DB-630832E93BF6}" type="sibTrans" cxnId="{49D6B2A6-CDF2-419B-A095-7AB0D3B703F6}">
      <dgm:prSet/>
      <dgm:spPr/>
      <dgm:t>
        <a:bodyPr/>
        <a:lstStyle/>
        <a:p>
          <a:endParaRPr lang="en-US"/>
        </a:p>
      </dgm:t>
    </dgm:pt>
    <dgm:pt modelId="{A13997A3-C42A-45F4-ADDE-F89CCFFBEE31}">
      <dgm:prSet/>
      <dgm:spPr/>
      <dgm:t>
        <a:bodyPr/>
        <a:lstStyle/>
        <a:p>
          <a:r>
            <a:rPr lang="en-US"/>
            <a:t>• Media Content Analysis</a:t>
          </a:r>
        </a:p>
      </dgm:t>
    </dgm:pt>
    <dgm:pt modelId="{49835A3C-F11B-4D6F-AF47-601062980D68}" type="parTrans" cxnId="{CF8E933A-B41F-412F-9070-E0BD605A702F}">
      <dgm:prSet/>
      <dgm:spPr/>
      <dgm:t>
        <a:bodyPr/>
        <a:lstStyle/>
        <a:p>
          <a:endParaRPr lang="en-US"/>
        </a:p>
      </dgm:t>
    </dgm:pt>
    <dgm:pt modelId="{A7E5C2DE-71D4-4409-BA7E-BFDE2228AC13}" type="sibTrans" cxnId="{CF8E933A-B41F-412F-9070-E0BD605A702F}">
      <dgm:prSet/>
      <dgm:spPr/>
      <dgm:t>
        <a:bodyPr/>
        <a:lstStyle/>
        <a:p>
          <a:endParaRPr lang="en-US"/>
        </a:p>
      </dgm:t>
    </dgm:pt>
    <dgm:pt modelId="{2B9573DC-CF7E-4562-8C8D-0D1887D736CB}">
      <dgm:prSet/>
      <dgm:spPr/>
      <dgm:t>
        <a:bodyPr/>
        <a:lstStyle/>
        <a:p>
          <a:r>
            <a:rPr lang="en-US"/>
            <a:t>• Web and Social Media Data</a:t>
          </a:r>
        </a:p>
      </dgm:t>
    </dgm:pt>
    <dgm:pt modelId="{2C072EA5-42A4-462E-9712-A69EF3C3C71D}" type="parTrans" cxnId="{8B454A6C-A45B-4497-BC6F-A157B5548B4E}">
      <dgm:prSet/>
      <dgm:spPr/>
      <dgm:t>
        <a:bodyPr/>
        <a:lstStyle/>
        <a:p>
          <a:endParaRPr lang="en-US"/>
        </a:p>
      </dgm:t>
    </dgm:pt>
    <dgm:pt modelId="{849B818C-5CAC-483B-B119-D78C0D22F676}" type="sibTrans" cxnId="{8B454A6C-A45B-4497-BC6F-A157B5548B4E}">
      <dgm:prSet/>
      <dgm:spPr/>
      <dgm:t>
        <a:bodyPr/>
        <a:lstStyle/>
        <a:p>
          <a:endParaRPr lang="en-US"/>
        </a:p>
      </dgm:t>
    </dgm:pt>
    <dgm:pt modelId="{8A3C85F6-5CF2-48E3-84E5-23436B656333}" type="pres">
      <dgm:prSet presAssocID="{F6034475-8D22-4981-918C-85EEB74F9295}" presName="linear" presStyleCnt="0">
        <dgm:presLayoutVars>
          <dgm:animLvl val="lvl"/>
          <dgm:resizeHandles val="exact"/>
        </dgm:presLayoutVars>
      </dgm:prSet>
      <dgm:spPr/>
    </dgm:pt>
    <dgm:pt modelId="{2238E212-82A7-4D6C-B0A7-E0F0FD799C82}" type="pres">
      <dgm:prSet presAssocID="{15B2E5EC-E9CE-4FDE-9D7C-90CEFCA56B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B9707D6-B224-42CC-8A79-1DD61397CADF}" type="pres">
      <dgm:prSet presAssocID="{E9682911-BBB9-499F-B187-45B39D58D01C}" presName="spacer" presStyleCnt="0"/>
      <dgm:spPr/>
    </dgm:pt>
    <dgm:pt modelId="{062788BD-3B46-41B2-A7B5-8938012B6391}" type="pres">
      <dgm:prSet presAssocID="{1914BED0-FD62-4D67-B13A-1D769BB5EC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E79519-D3ED-4644-922B-6D2BC200083A}" type="pres">
      <dgm:prSet presAssocID="{E1A80F42-C4B5-45D4-995A-AD0357136360}" presName="spacer" presStyleCnt="0"/>
      <dgm:spPr/>
    </dgm:pt>
    <dgm:pt modelId="{C007CBB4-7ACE-4415-9568-97C0DC7CD21F}" type="pres">
      <dgm:prSet presAssocID="{56FF27DB-BAAA-4DC3-B2CF-1CFE72A45E0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B3662C3-844A-4510-8348-1142F1A9FB91}" type="pres">
      <dgm:prSet presAssocID="{81BE75C1-AFD8-4DF2-82DB-630832E93BF6}" presName="spacer" presStyleCnt="0"/>
      <dgm:spPr/>
    </dgm:pt>
    <dgm:pt modelId="{CD29A5E5-68C0-4393-9F24-679ED0689216}" type="pres">
      <dgm:prSet presAssocID="{A13997A3-C42A-45F4-ADDE-F89CCFFBEE3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9BBAF04-A84A-4CBA-B7E0-C7610747B2A4}" type="pres">
      <dgm:prSet presAssocID="{A7E5C2DE-71D4-4409-BA7E-BFDE2228AC13}" presName="spacer" presStyleCnt="0"/>
      <dgm:spPr/>
    </dgm:pt>
    <dgm:pt modelId="{E2FDC7AB-3C41-4FE8-8BB8-788E2E6CB639}" type="pres">
      <dgm:prSet presAssocID="{2B9573DC-CF7E-4562-8C8D-0D1887D736C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44A218-4854-4EC6-B27F-C5E6E4CC54E9}" type="presOf" srcId="{56FF27DB-BAAA-4DC3-B2CF-1CFE72A45E07}" destId="{C007CBB4-7ACE-4415-9568-97C0DC7CD21F}" srcOrd="0" destOrd="0" presId="urn:microsoft.com/office/officeart/2005/8/layout/vList2"/>
    <dgm:cxn modelId="{C073A11A-AD36-4ED5-B8AE-9669F1D753EA}" type="presOf" srcId="{2B9573DC-CF7E-4562-8C8D-0D1887D736CB}" destId="{E2FDC7AB-3C41-4FE8-8BB8-788E2E6CB639}" srcOrd="0" destOrd="0" presId="urn:microsoft.com/office/officeart/2005/8/layout/vList2"/>
    <dgm:cxn modelId="{CF8E933A-B41F-412F-9070-E0BD605A702F}" srcId="{F6034475-8D22-4981-918C-85EEB74F9295}" destId="{A13997A3-C42A-45F4-ADDE-F89CCFFBEE31}" srcOrd="3" destOrd="0" parTransId="{49835A3C-F11B-4D6F-AF47-601062980D68}" sibTransId="{A7E5C2DE-71D4-4409-BA7E-BFDE2228AC13}"/>
    <dgm:cxn modelId="{2E572C6B-82AA-455E-A04E-D3075150569B}" srcId="{F6034475-8D22-4981-918C-85EEB74F9295}" destId="{15B2E5EC-E9CE-4FDE-9D7C-90CEFCA56BEB}" srcOrd="0" destOrd="0" parTransId="{CA8C5CC8-AA9D-40A9-B4E4-7DF386835251}" sibTransId="{E9682911-BBB9-499F-B187-45B39D58D01C}"/>
    <dgm:cxn modelId="{8B454A6C-A45B-4497-BC6F-A157B5548B4E}" srcId="{F6034475-8D22-4981-918C-85EEB74F9295}" destId="{2B9573DC-CF7E-4562-8C8D-0D1887D736CB}" srcOrd="4" destOrd="0" parTransId="{2C072EA5-42A4-462E-9712-A69EF3C3C71D}" sibTransId="{849B818C-5CAC-483B-B119-D78C0D22F676}"/>
    <dgm:cxn modelId="{EA8AEC95-6282-4C1F-9BF7-7B36E844AD5C}" type="presOf" srcId="{A13997A3-C42A-45F4-ADDE-F89CCFFBEE31}" destId="{CD29A5E5-68C0-4393-9F24-679ED0689216}" srcOrd="0" destOrd="0" presId="urn:microsoft.com/office/officeart/2005/8/layout/vList2"/>
    <dgm:cxn modelId="{49D6B2A6-CDF2-419B-A095-7AB0D3B703F6}" srcId="{F6034475-8D22-4981-918C-85EEB74F9295}" destId="{56FF27DB-BAAA-4DC3-B2CF-1CFE72A45E07}" srcOrd="2" destOrd="0" parTransId="{3CEB523A-CA29-4F49-9B5D-37B35E85BD70}" sibTransId="{81BE75C1-AFD8-4DF2-82DB-630832E93BF6}"/>
    <dgm:cxn modelId="{1F78F3C7-0A9F-4CC4-A162-6AFE025A46D5}" type="presOf" srcId="{15B2E5EC-E9CE-4FDE-9D7C-90CEFCA56BEB}" destId="{2238E212-82A7-4D6C-B0A7-E0F0FD799C82}" srcOrd="0" destOrd="0" presId="urn:microsoft.com/office/officeart/2005/8/layout/vList2"/>
    <dgm:cxn modelId="{7710C9CB-7B9A-4994-B0F3-5EEE07A21EBE}" srcId="{F6034475-8D22-4981-918C-85EEB74F9295}" destId="{1914BED0-FD62-4D67-B13A-1D769BB5EC3B}" srcOrd="1" destOrd="0" parTransId="{AABDEB1E-514D-4A93-ACFC-5BB8274790F4}" sibTransId="{E1A80F42-C4B5-45D4-995A-AD0357136360}"/>
    <dgm:cxn modelId="{29A4F0D5-72BD-446E-BB6D-0578A101546B}" type="presOf" srcId="{1914BED0-FD62-4D67-B13A-1D769BB5EC3B}" destId="{062788BD-3B46-41B2-A7B5-8938012B6391}" srcOrd="0" destOrd="0" presId="urn:microsoft.com/office/officeart/2005/8/layout/vList2"/>
    <dgm:cxn modelId="{8BB965FD-8AA1-4B79-A045-880627120AD9}" type="presOf" srcId="{F6034475-8D22-4981-918C-85EEB74F9295}" destId="{8A3C85F6-5CF2-48E3-84E5-23436B656333}" srcOrd="0" destOrd="0" presId="urn:microsoft.com/office/officeart/2005/8/layout/vList2"/>
    <dgm:cxn modelId="{2BF90961-EAD1-44E6-932D-D78673D84ADC}" type="presParOf" srcId="{8A3C85F6-5CF2-48E3-84E5-23436B656333}" destId="{2238E212-82A7-4D6C-B0A7-E0F0FD799C82}" srcOrd="0" destOrd="0" presId="urn:microsoft.com/office/officeart/2005/8/layout/vList2"/>
    <dgm:cxn modelId="{9BDFB2BB-BB6B-4DFD-862C-748C41A4B55A}" type="presParOf" srcId="{8A3C85F6-5CF2-48E3-84E5-23436B656333}" destId="{1B9707D6-B224-42CC-8A79-1DD61397CADF}" srcOrd="1" destOrd="0" presId="urn:microsoft.com/office/officeart/2005/8/layout/vList2"/>
    <dgm:cxn modelId="{3A2BBB0A-E364-44E1-95D0-E193933D85EA}" type="presParOf" srcId="{8A3C85F6-5CF2-48E3-84E5-23436B656333}" destId="{062788BD-3B46-41B2-A7B5-8938012B6391}" srcOrd="2" destOrd="0" presId="urn:microsoft.com/office/officeart/2005/8/layout/vList2"/>
    <dgm:cxn modelId="{0CC0860E-FF4F-4798-A662-F06A1E80D48A}" type="presParOf" srcId="{8A3C85F6-5CF2-48E3-84E5-23436B656333}" destId="{E0E79519-D3ED-4644-922B-6D2BC200083A}" srcOrd="3" destOrd="0" presId="urn:microsoft.com/office/officeart/2005/8/layout/vList2"/>
    <dgm:cxn modelId="{0E18284E-771A-4FD1-B925-54263F0A5BD7}" type="presParOf" srcId="{8A3C85F6-5CF2-48E3-84E5-23436B656333}" destId="{C007CBB4-7ACE-4415-9568-97C0DC7CD21F}" srcOrd="4" destOrd="0" presId="urn:microsoft.com/office/officeart/2005/8/layout/vList2"/>
    <dgm:cxn modelId="{7A640157-FC6F-420E-BF38-83835D4450A1}" type="presParOf" srcId="{8A3C85F6-5CF2-48E3-84E5-23436B656333}" destId="{FB3662C3-844A-4510-8348-1142F1A9FB91}" srcOrd="5" destOrd="0" presId="urn:microsoft.com/office/officeart/2005/8/layout/vList2"/>
    <dgm:cxn modelId="{1CE53F4C-20EF-422D-AD18-30A00275E9EE}" type="presParOf" srcId="{8A3C85F6-5CF2-48E3-84E5-23436B656333}" destId="{CD29A5E5-68C0-4393-9F24-679ED0689216}" srcOrd="6" destOrd="0" presId="urn:microsoft.com/office/officeart/2005/8/layout/vList2"/>
    <dgm:cxn modelId="{1D95F503-3BBE-422B-B4D9-E944B70687CE}" type="presParOf" srcId="{8A3C85F6-5CF2-48E3-84E5-23436B656333}" destId="{09BBAF04-A84A-4CBA-B7E0-C7610747B2A4}" srcOrd="7" destOrd="0" presId="urn:microsoft.com/office/officeart/2005/8/layout/vList2"/>
    <dgm:cxn modelId="{A8533892-9FF7-4D8B-91DE-49234ECA1D57}" type="presParOf" srcId="{8A3C85F6-5CF2-48E3-84E5-23436B656333}" destId="{E2FDC7AB-3C41-4FE8-8BB8-788E2E6CB63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B8CE18-DC6C-47C9-9791-EE600863E8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96D397-88C4-43A6-AB44-5BA682554192}">
      <dgm:prSet/>
      <dgm:spPr/>
      <dgm:t>
        <a:bodyPr/>
        <a:lstStyle/>
        <a:p>
          <a:r>
            <a:rPr lang="en-US"/>
            <a:t>• Define your research objective clearly</a:t>
          </a:r>
        </a:p>
      </dgm:t>
    </dgm:pt>
    <dgm:pt modelId="{94B3E066-2794-4131-9255-EC54E59DE696}" type="parTrans" cxnId="{A78DF3F1-4299-4FCE-ACA8-3F0DFA1D4EA4}">
      <dgm:prSet/>
      <dgm:spPr/>
      <dgm:t>
        <a:bodyPr/>
        <a:lstStyle/>
        <a:p>
          <a:endParaRPr lang="en-US"/>
        </a:p>
      </dgm:t>
    </dgm:pt>
    <dgm:pt modelId="{5F410E32-7FA8-45F3-A341-2E2CC17056E2}" type="sibTrans" cxnId="{A78DF3F1-4299-4FCE-ACA8-3F0DFA1D4EA4}">
      <dgm:prSet/>
      <dgm:spPr/>
      <dgm:t>
        <a:bodyPr/>
        <a:lstStyle/>
        <a:p>
          <a:endParaRPr lang="en-US"/>
        </a:p>
      </dgm:t>
    </dgm:pt>
    <dgm:pt modelId="{F74332B1-C0CE-4DE4-BC34-DA3B131A946D}">
      <dgm:prSet/>
      <dgm:spPr/>
      <dgm:t>
        <a:bodyPr/>
        <a:lstStyle/>
        <a:p>
          <a:r>
            <a:rPr lang="en-US"/>
            <a:t>• Choose technique based on data type</a:t>
          </a:r>
        </a:p>
      </dgm:t>
    </dgm:pt>
    <dgm:pt modelId="{261DD394-DB31-4FF8-B2A8-6D097DEBB17C}" type="parTrans" cxnId="{FD3303C2-5911-4B5E-9951-0A7E37163344}">
      <dgm:prSet/>
      <dgm:spPr/>
      <dgm:t>
        <a:bodyPr/>
        <a:lstStyle/>
        <a:p>
          <a:endParaRPr lang="en-US"/>
        </a:p>
      </dgm:t>
    </dgm:pt>
    <dgm:pt modelId="{005FDE35-DF23-41E2-9145-A026217E452F}" type="sibTrans" cxnId="{FD3303C2-5911-4B5E-9951-0A7E37163344}">
      <dgm:prSet/>
      <dgm:spPr/>
      <dgm:t>
        <a:bodyPr/>
        <a:lstStyle/>
        <a:p>
          <a:endParaRPr lang="en-US"/>
        </a:p>
      </dgm:t>
    </dgm:pt>
    <dgm:pt modelId="{BF367CC9-5DDA-448B-A749-7693E0333F2C}">
      <dgm:prSet/>
      <dgm:spPr/>
      <dgm:t>
        <a:bodyPr/>
        <a:lstStyle/>
        <a:p>
          <a:endParaRPr lang="en-US" dirty="0"/>
        </a:p>
      </dgm:t>
    </dgm:pt>
    <dgm:pt modelId="{5FF4D148-CCA1-4CA3-8F81-AC3ADCFBD725}" type="parTrans" cxnId="{4534BE04-344C-4E46-A847-4CD5CBDF28A7}">
      <dgm:prSet/>
      <dgm:spPr/>
      <dgm:t>
        <a:bodyPr/>
        <a:lstStyle/>
        <a:p>
          <a:endParaRPr lang="en-US"/>
        </a:p>
      </dgm:t>
    </dgm:pt>
    <dgm:pt modelId="{E2890757-B97D-47E0-A56C-8A05A2C6C789}" type="sibTrans" cxnId="{4534BE04-344C-4E46-A847-4CD5CBDF28A7}">
      <dgm:prSet/>
      <dgm:spPr/>
      <dgm:t>
        <a:bodyPr/>
        <a:lstStyle/>
        <a:p>
          <a:endParaRPr lang="en-US"/>
        </a:p>
      </dgm:t>
    </dgm:pt>
    <dgm:pt modelId="{41F0D1A1-2E63-47F6-93FE-4469359339B1}">
      <dgm:prSet/>
      <dgm:spPr/>
      <dgm:t>
        <a:bodyPr/>
        <a:lstStyle/>
        <a:p>
          <a:r>
            <a:rPr lang="en-US"/>
            <a:t>• Ensure ethical standards (consent, privacy)</a:t>
          </a:r>
        </a:p>
      </dgm:t>
    </dgm:pt>
    <dgm:pt modelId="{2F4477B5-F20D-4333-8A2D-2AFC0FB14E6D}" type="parTrans" cxnId="{67C52207-9887-47B1-9B12-EC2F1C73BA18}">
      <dgm:prSet/>
      <dgm:spPr/>
      <dgm:t>
        <a:bodyPr/>
        <a:lstStyle/>
        <a:p>
          <a:endParaRPr lang="en-US"/>
        </a:p>
      </dgm:t>
    </dgm:pt>
    <dgm:pt modelId="{B23FA320-3C27-4B87-A436-4AF05A412B8D}" type="sibTrans" cxnId="{67C52207-9887-47B1-9B12-EC2F1C73BA18}">
      <dgm:prSet/>
      <dgm:spPr/>
      <dgm:t>
        <a:bodyPr/>
        <a:lstStyle/>
        <a:p>
          <a:endParaRPr lang="en-US"/>
        </a:p>
      </dgm:t>
    </dgm:pt>
    <dgm:pt modelId="{6E2B6CEE-1B0B-4261-AD34-915BC8FA5A70}">
      <dgm:prSet/>
      <dgm:spPr/>
      <dgm:t>
        <a:bodyPr/>
        <a:lstStyle/>
        <a:p>
          <a:r>
            <a:rPr lang="en-US"/>
            <a:t>• Record and analyze data honestly</a:t>
          </a:r>
        </a:p>
      </dgm:t>
    </dgm:pt>
    <dgm:pt modelId="{538919E2-712B-4AA2-B5B4-E50AE50774AF}" type="parTrans" cxnId="{305A684F-9A39-483E-A870-7F2126BD9FBD}">
      <dgm:prSet/>
      <dgm:spPr/>
      <dgm:t>
        <a:bodyPr/>
        <a:lstStyle/>
        <a:p>
          <a:endParaRPr lang="en-US"/>
        </a:p>
      </dgm:t>
    </dgm:pt>
    <dgm:pt modelId="{96EF76A5-BB38-438C-A063-B40C50487B0A}" type="sibTrans" cxnId="{305A684F-9A39-483E-A870-7F2126BD9FBD}">
      <dgm:prSet/>
      <dgm:spPr/>
      <dgm:t>
        <a:bodyPr/>
        <a:lstStyle/>
        <a:p>
          <a:endParaRPr lang="en-US"/>
        </a:p>
      </dgm:t>
    </dgm:pt>
    <dgm:pt modelId="{B347C728-1D18-46A2-A4CF-4307068E8000}" type="pres">
      <dgm:prSet presAssocID="{B0B8CE18-DC6C-47C9-9791-EE600863E8BB}" presName="linear" presStyleCnt="0">
        <dgm:presLayoutVars>
          <dgm:animLvl val="lvl"/>
          <dgm:resizeHandles val="exact"/>
        </dgm:presLayoutVars>
      </dgm:prSet>
      <dgm:spPr/>
    </dgm:pt>
    <dgm:pt modelId="{998D5EDD-57F2-4F0A-BBF3-670124C6F515}" type="pres">
      <dgm:prSet presAssocID="{7E96D397-88C4-43A6-AB44-5BA68255419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506AE0F-45CE-439F-B477-AAE4F69EC744}" type="pres">
      <dgm:prSet presAssocID="{5F410E32-7FA8-45F3-A341-2E2CC17056E2}" presName="spacer" presStyleCnt="0"/>
      <dgm:spPr/>
    </dgm:pt>
    <dgm:pt modelId="{217F2763-083B-48CB-8951-A59969D82136}" type="pres">
      <dgm:prSet presAssocID="{F74332B1-C0CE-4DE4-BC34-DA3B131A94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F73374-8895-4C54-9B40-A2ED52C6BC3D}" type="pres">
      <dgm:prSet presAssocID="{005FDE35-DF23-41E2-9145-A026217E452F}" presName="spacer" presStyleCnt="0"/>
      <dgm:spPr/>
    </dgm:pt>
    <dgm:pt modelId="{5C629168-E8BA-474A-8E64-4FECA7E2FD3D}" type="pres">
      <dgm:prSet presAssocID="{BF367CC9-5DDA-448B-A749-7693E0333F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DD68648-F59A-4510-9B96-66E098BC8C40}" type="pres">
      <dgm:prSet presAssocID="{E2890757-B97D-47E0-A56C-8A05A2C6C789}" presName="spacer" presStyleCnt="0"/>
      <dgm:spPr/>
    </dgm:pt>
    <dgm:pt modelId="{9A11A64E-0005-4BFE-8652-8A8F86B5EF2D}" type="pres">
      <dgm:prSet presAssocID="{41F0D1A1-2E63-47F6-93FE-4469359339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2880B49-1A2D-42B8-B61F-8E124588A699}" type="pres">
      <dgm:prSet presAssocID="{B23FA320-3C27-4B87-A436-4AF05A412B8D}" presName="spacer" presStyleCnt="0"/>
      <dgm:spPr/>
    </dgm:pt>
    <dgm:pt modelId="{0FCFD3B8-92C7-4EDC-BB26-BD5832852FDC}" type="pres">
      <dgm:prSet presAssocID="{6E2B6CEE-1B0B-4261-AD34-915BC8FA5A7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534BE04-344C-4E46-A847-4CD5CBDF28A7}" srcId="{B0B8CE18-DC6C-47C9-9791-EE600863E8BB}" destId="{BF367CC9-5DDA-448B-A749-7693E0333F2C}" srcOrd="2" destOrd="0" parTransId="{5FF4D148-CCA1-4CA3-8F81-AC3ADCFBD725}" sibTransId="{E2890757-B97D-47E0-A56C-8A05A2C6C789}"/>
    <dgm:cxn modelId="{67C52207-9887-47B1-9B12-EC2F1C73BA18}" srcId="{B0B8CE18-DC6C-47C9-9791-EE600863E8BB}" destId="{41F0D1A1-2E63-47F6-93FE-4469359339B1}" srcOrd="3" destOrd="0" parTransId="{2F4477B5-F20D-4333-8A2D-2AFC0FB14E6D}" sibTransId="{B23FA320-3C27-4B87-A436-4AF05A412B8D}"/>
    <dgm:cxn modelId="{F2FDC614-41E4-4589-A7D4-2E37F7D49E88}" type="presOf" srcId="{B0B8CE18-DC6C-47C9-9791-EE600863E8BB}" destId="{B347C728-1D18-46A2-A4CF-4307068E8000}" srcOrd="0" destOrd="0" presId="urn:microsoft.com/office/officeart/2005/8/layout/vList2"/>
    <dgm:cxn modelId="{43F7D918-9223-40BD-9AC2-FA3EA0F9D513}" type="presOf" srcId="{41F0D1A1-2E63-47F6-93FE-4469359339B1}" destId="{9A11A64E-0005-4BFE-8652-8A8F86B5EF2D}" srcOrd="0" destOrd="0" presId="urn:microsoft.com/office/officeart/2005/8/layout/vList2"/>
    <dgm:cxn modelId="{6427FE61-8F77-41DC-9BAD-C00743993E35}" type="presOf" srcId="{BF367CC9-5DDA-448B-A749-7693E0333F2C}" destId="{5C629168-E8BA-474A-8E64-4FECA7E2FD3D}" srcOrd="0" destOrd="0" presId="urn:microsoft.com/office/officeart/2005/8/layout/vList2"/>
    <dgm:cxn modelId="{305A684F-9A39-483E-A870-7F2126BD9FBD}" srcId="{B0B8CE18-DC6C-47C9-9791-EE600863E8BB}" destId="{6E2B6CEE-1B0B-4261-AD34-915BC8FA5A70}" srcOrd="4" destOrd="0" parTransId="{538919E2-712B-4AA2-B5B4-E50AE50774AF}" sibTransId="{96EF76A5-BB38-438C-A063-B40C50487B0A}"/>
    <dgm:cxn modelId="{FB9EF192-DD95-4DC7-A065-B41AFF80FFE6}" type="presOf" srcId="{6E2B6CEE-1B0B-4261-AD34-915BC8FA5A70}" destId="{0FCFD3B8-92C7-4EDC-BB26-BD5832852FDC}" srcOrd="0" destOrd="0" presId="urn:microsoft.com/office/officeart/2005/8/layout/vList2"/>
    <dgm:cxn modelId="{86458EB1-1388-412E-B801-99E4783612D6}" type="presOf" srcId="{7E96D397-88C4-43A6-AB44-5BA682554192}" destId="{998D5EDD-57F2-4F0A-BBF3-670124C6F515}" srcOrd="0" destOrd="0" presId="urn:microsoft.com/office/officeart/2005/8/layout/vList2"/>
    <dgm:cxn modelId="{C0CF39BD-639B-4699-93A9-3AB55615BAE3}" type="presOf" srcId="{F74332B1-C0CE-4DE4-BC34-DA3B131A946D}" destId="{217F2763-083B-48CB-8951-A59969D82136}" srcOrd="0" destOrd="0" presId="urn:microsoft.com/office/officeart/2005/8/layout/vList2"/>
    <dgm:cxn modelId="{FD3303C2-5911-4B5E-9951-0A7E37163344}" srcId="{B0B8CE18-DC6C-47C9-9791-EE600863E8BB}" destId="{F74332B1-C0CE-4DE4-BC34-DA3B131A946D}" srcOrd="1" destOrd="0" parTransId="{261DD394-DB31-4FF8-B2A8-6D097DEBB17C}" sibTransId="{005FDE35-DF23-41E2-9145-A026217E452F}"/>
    <dgm:cxn modelId="{A78DF3F1-4299-4FCE-ACA8-3F0DFA1D4EA4}" srcId="{B0B8CE18-DC6C-47C9-9791-EE600863E8BB}" destId="{7E96D397-88C4-43A6-AB44-5BA682554192}" srcOrd="0" destOrd="0" parTransId="{94B3E066-2794-4131-9255-EC54E59DE696}" sibTransId="{5F410E32-7FA8-45F3-A341-2E2CC17056E2}"/>
    <dgm:cxn modelId="{080A8E63-4F0D-4D8C-9063-FAED03D30B76}" type="presParOf" srcId="{B347C728-1D18-46A2-A4CF-4307068E8000}" destId="{998D5EDD-57F2-4F0A-BBF3-670124C6F515}" srcOrd="0" destOrd="0" presId="urn:microsoft.com/office/officeart/2005/8/layout/vList2"/>
    <dgm:cxn modelId="{8875016D-AB16-4FB0-87C7-B89D477FF2F6}" type="presParOf" srcId="{B347C728-1D18-46A2-A4CF-4307068E8000}" destId="{2506AE0F-45CE-439F-B477-AAE4F69EC744}" srcOrd="1" destOrd="0" presId="urn:microsoft.com/office/officeart/2005/8/layout/vList2"/>
    <dgm:cxn modelId="{7CD5DB91-50ED-4FD6-922C-B3DC7988E586}" type="presParOf" srcId="{B347C728-1D18-46A2-A4CF-4307068E8000}" destId="{217F2763-083B-48CB-8951-A59969D82136}" srcOrd="2" destOrd="0" presId="urn:microsoft.com/office/officeart/2005/8/layout/vList2"/>
    <dgm:cxn modelId="{36FF59BB-D321-421C-BCE7-B285E4F59317}" type="presParOf" srcId="{B347C728-1D18-46A2-A4CF-4307068E8000}" destId="{7AF73374-8895-4C54-9B40-A2ED52C6BC3D}" srcOrd="3" destOrd="0" presId="urn:microsoft.com/office/officeart/2005/8/layout/vList2"/>
    <dgm:cxn modelId="{48D4BF96-2145-44CB-BBE8-D8BB35E2414C}" type="presParOf" srcId="{B347C728-1D18-46A2-A4CF-4307068E8000}" destId="{5C629168-E8BA-474A-8E64-4FECA7E2FD3D}" srcOrd="4" destOrd="0" presId="urn:microsoft.com/office/officeart/2005/8/layout/vList2"/>
    <dgm:cxn modelId="{6EF7DB8F-1AC5-4433-8EB4-8A232D4C9EEF}" type="presParOf" srcId="{B347C728-1D18-46A2-A4CF-4307068E8000}" destId="{3DD68648-F59A-4510-9B96-66E098BC8C40}" srcOrd="5" destOrd="0" presId="urn:microsoft.com/office/officeart/2005/8/layout/vList2"/>
    <dgm:cxn modelId="{F6AAE42B-7826-41D1-B013-8F82408ADC46}" type="presParOf" srcId="{B347C728-1D18-46A2-A4CF-4307068E8000}" destId="{9A11A64E-0005-4BFE-8652-8A8F86B5EF2D}" srcOrd="6" destOrd="0" presId="urn:microsoft.com/office/officeart/2005/8/layout/vList2"/>
    <dgm:cxn modelId="{1F342EFE-61E9-4686-B524-691363F626C1}" type="presParOf" srcId="{B347C728-1D18-46A2-A4CF-4307068E8000}" destId="{D2880B49-1A2D-42B8-B61F-8E124588A699}" srcOrd="7" destOrd="0" presId="urn:microsoft.com/office/officeart/2005/8/layout/vList2"/>
    <dgm:cxn modelId="{B4AD1423-CF57-4607-A9AA-5E76F4485DC0}" type="presParOf" srcId="{B347C728-1D18-46A2-A4CF-4307068E8000}" destId="{0FCFD3B8-92C7-4EDC-BB26-BD5832852FD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B3FDF-6257-4189-A1A2-405C233DE5DB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59D81-D45D-41F7-A10A-F90E128DDE1B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ABA8F-77BE-4F5C-A008-4BA39CF75EEE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Gather reliable, valid, and relevant information</a:t>
          </a:r>
        </a:p>
      </dsp:txBody>
      <dsp:txXfrm>
        <a:off x="1844034" y="682"/>
        <a:ext cx="2839914" cy="1596566"/>
      </dsp:txXfrm>
    </dsp:sp>
    <dsp:sp modelId="{A382080E-B3EA-422F-8AC1-BA9ECC74A9A4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E243F-988B-400B-BAB2-F34F9141D2F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18032-A737-4E70-8C71-C6E98436BC3E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Answer research questions and test hypotheses</a:t>
          </a:r>
        </a:p>
      </dsp:txBody>
      <dsp:txXfrm>
        <a:off x="1844034" y="1996390"/>
        <a:ext cx="2839914" cy="1596566"/>
      </dsp:txXfrm>
    </dsp:sp>
    <dsp:sp modelId="{8C959FD8-FA49-4A8B-9218-9503A69BA912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1E6A5-B59C-4382-A3A1-0A9EE43AD6B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0D578-D684-4D29-A3DD-FAF27FDB9E64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Support decision-making and problem-solving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ADD32-161D-4E04-815E-C0FA32A82EC0}">
      <dsp:nvSpPr>
        <dsp:cNvPr id="0" name=""/>
        <dsp:cNvSpPr/>
      </dsp:nvSpPr>
      <dsp:spPr>
        <a:xfrm>
          <a:off x="0" y="17048"/>
          <a:ext cx="4683949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Surveys / Questionnaires</a:t>
          </a:r>
        </a:p>
      </dsp:txBody>
      <dsp:txXfrm>
        <a:off x="35125" y="52173"/>
        <a:ext cx="4613699" cy="649299"/>
      </dsp:txXfrm>
    </dsp:sp>
    <dsp:sp modelId="{2FC699C2-E8C1-40FD-8C7E-95EA35156ED3}">
      <dsp:nvSpPr>
        <dsp:cNvPr id="0" name=""/>
        <dsp:cNvSpPr/>
      </dsp:nvSpPr>
      <dsp:spPr>
        <a:xfrm>
          <a:off x="0" y="822998"/>
          <a:ext cx="4683949" cy="719549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Interviews</a:t>
          </a:r>
        </a:p>
      </dsp:txBody>
      <dsp:txXfrm>
        <a:off x="35125" y="858123"/>
        <a:ext cx="4613699" cy="649299"/>
      </dsp:txXfrm>
    </dsp:sp>
    <dsp:sp modelId="{9AA49788-40E0-4CCA-814A-7E9C2437F30C}">
      <dsp:nvSpPr>
        <dsp:cNvPr id="0" name=""/>
        <dsp:cNvSpPr/>
      </dsp:nvSpPr>
      <dsp:spPr>
        <a:xfrm>
          <a:off x="0" y="1628948"/>
          <a:ext cx="4683949" cy="71954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Observation</a:t>
          </a:r>
        </a:p>
      </dsp:txBody>
      <dsp:txXfrm>
        <a:off x="35125" y="1664073"/>
        <a:ext cx="4613699" cy="649299"/>
      </dsp:txXfrm>
    </dsp:sp>
    <dsp:sp modelId="{A7EA10F5-9216-45AD-8831-CF0F8EABE7D5}">
      <dsp:nvSpPr>
        <dsp:cNvPr id="0" name=""/>
        <dsp:cNvSpPr/>
      </dsp:nvSpPr>
      <dsp:spPr>
        <a:xfrm>
          <a:off x="0" y="2434898"/>
          <a:ext cx="4683949" cy="71954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Experiments</a:t>
          </a:r>
        </a:p>
      </dsp:txBody>
      <dsp:txXfrm>
        <a:off x="35125" y="2470023"/>
        <a:ext cx="4613699" cy="649299"/>
      </dsp:txXfrm>
    </dsp:sp>
    <dsp:sp modelId="{BA94C2E8-9121-4473-9208-8E7A756A623A}">
      <dsp:nvSpPr>
        <dsp:cNvPr id="0" name=""/>
        <dsp:cNvSpPr/>
      </dsp:nvSpPr>
      <dsp:spPr>
        <a:xfrm>
          <a:off x="0" y="3240848"/>
          <a:ext cx="4683949" cy="71954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Focus Groups</a:t>
          </a:r>
        </a:p>
      </dsp:txBody>
      <dsp:txXfrm>
        <a:off x="35125" y="3275973"/>
        <a:ext cx="4613699" cy="649299"/>
      </dsp:txXfrm>
    </dsp:sp>
    <dsp:sp modelId="{36116E05-8FA7-432E-9C7E-1039777FF62E}">
      <dsp:nvSpPr>
        <dsp:cNvPr id="0" name=""/>
        <dsp:cNvSpPr/>
      </dsp:nvSpPr>
      <dsp:spPr>
        <a:xfrm>
          <a:off x="0" y="4046798"/>
          <a:ext cx="4683949" cy="719549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Case Studies</a:t>
          </a:r>
        </a:p>
      </dsp:txBody>
      <dsp:txXfrm>
        <a:off x="35125" y="4081923"/>
        <a:ext cx="4613699" cy="649299"/>
      </dsp:txXfrm>
    </dsp:sp>
    <dsp:sp modelId="{81FF7AED-A8C0-48F3-BE01-B1BC026C72F8}">
      <dsp:nvSpPr>
        <dsp:cNvPr id="0" name=""/>
        <dsp:cNvSpPr/>
      </dsp:nvSpPr>
      <dsp:spPr>
        <a:xfrm>
          <a:off x="0" y="4852748"/>
          <a:ext cx="4683949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Field Trials </a:t>
          </a:r>
        </a:p>
      </dsp:txBody>
      <dsp:txXfrm>
        <a:off x="35125" y="4887873"/>
        <a:ext cx="4613699" cy="649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8E212-82A7-4D6C-B0A7-E0F0FD799C82}">
      <dsp:nvSpPr>
        <dsp:cNvPr id="0" name=""/>
        <dsp:cNvSpPr/>
      </dsp:nvSpPr>
      <dsp:spPr>
        <a:xfrm>
          <a:off x="0" y="62778"/>
          <a:ext cx="4683949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Document / Literature Review</a:t>
          </a:r>
        </a:p>
      </dsp:txBody>
      <dsp:txXfrm>
        <a:off x="50420" y="113198"/>
        <a:ext cx="4583109" cy="932014"/>
      </dsp:txXfrm>
    </dsp:sp>
    <dsp:sp modelId="{062788BD-3B46-41B2-A7B5-8938012B6391}">
      <dsp:nvSpPr>
        <dsp:cNvPr id="0" name=""/>
        <dsp:cNvSpPr/>
      </dsp:nvSpPr>
      <dsp:spPr>
        <a:xfrm>
          <a:off x="0" y="1170512"/>
          <a:ext cx="4683949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Government and Institutional Records</a:t>
          </a:r>
        </a:p>
      </dsp:txBody>
      <dsp:txXfrm>
        <a:off x="50420" y="1220932"/>
        <a:ext cx="4583109" cy="932014"/>
      </dsp:txXfrm>
    </dsp:sp>
    <dsp:sp modelId="{C007CBB4-7ACE-4415-9568-97C0DC7CD21F}">
      <dsp:nvSpPr>
        <dsp:cNvPr id="0" name=""/>
        <dsp:cNvSpPr/>
      </dsp:nvSpPr>
      <dsp:spPr>
        <a:xfrm>
          <a:off x="0" y="2278246"/>
          <a:ext cx="4683949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Online Databases and Archives</a:t>
          </a:r>
        </a:p>
      </dsp:txBody>
      <dsp:txXfrm>
        <a:off x="50420" y="2328666"/>
        <a:ext cx="4583109" cy="932014"/>
      </dsp:txXfrm>
    </dsp:sp>
    <dsp:sp modelId="{CD29A5E5-68C0-4393-9F24-679ED0689216}">
      <dsp:nvSpPr>
        <dsp:cNvPr id="0" name=""/>
        <dsp:cNvSpPr/>
      </dsp:nvSpPr>
      <dsp:spPr>
        <a:xfrm>
          <a:off x="0" y="3385980"/>
          <a:ext cx="4683949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Media Content Analysis</a:t>
          </a:r>
        </a:p>
      </dsp:txBody>
      <dsp:txXfrm>
        <a:off x="50420" y="3436400"/>
        <a:ext cx="4583109" cy="932014"/>
      </dsp:txXfrm>
    </dsp:sp>
    <dsp:sp modelId="{E2FDC7AB-3C41-4FE8-8BB8-788E2E6CB639}">
      <dsp:nvSpPr>
        <dsp:cNvPr id="0" name=""/>
        <dsp:cNvSpPr/>
      </dsp:nvSpPr>
      <dsp:spPr>
        <a:xfrm>
          <a:off x="0" y="4493714"/>
          <a:ext cx="4683949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Web and Social Media Data</a:t>
          </a:r>
        </a:p>
      </dsp:txBody>
      <dsp:txXfrm>
        <a:off x="50420" y="4544134"/>
        <a:ext cx="4583109" cy="932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D5EDD-57F2-4F0A-BBF3-670124C6F515}">
      <dsp:nvSpPr>
        <dsp:cNvPr id="0" name=""/>
        <dsp:cNvSpPr/>
      </dsp:nvSpPr>
      <dsp:spPr>
        <a:xfrm>
          <a:off x="0" y="59213"/>
          <a:ext cx="4683949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Define your research objective clearly</a:t>
          </a:r>
        </a:p>
      </dsp:txBody>
      <dsp:txXfrm>
        <a:off x="50489" y="109702"/>
        <a:ext cx="4582971" cy="933302"/>
      </dsp:txXfrm>
    </dsp:sp>
    <dsp:sp modelId="{217F2763-083B-48CB-8951-A59969D82136}">
      <dsp:nvSpPr>
        <dsp:cNvPr id="0" name=""/>
        <dsp:cNvSpPr/>
      </dsp:nvSpPr>
      <dsp:spPr>
        <a:xfrm>
          <a:off x="0" y="1168373"/>
          <a:ext cx="4683949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Choose technique based on data type</a:t>
          </a:r>
        </a:p>
      </dsp:txBody>
      <dsp:txXfrm>
        <a:off x="50489" y="1218862"/>
        <a:ext cx="4582971" cy="933302"/>
      </dsp:txXfrm>
    </dsp:sp>
    <dsp:sp modelId="{5C629168-E8BA-474A-8E64-4FECA7E2FD3D}">
      <dsp:nvSpPr>
        <dsp:cNvPr id="0" name=""/>
        <dsp:cNvSpPr/>
      </dsp:nvSpPr>
      <dsp:spPr>
        <a:xfrm>
          <a:off x="0" y="2277533"/>
          <a:ext cx="4683949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50489" y="2328022"/>
        <a:ext cx="4582971" cy="933302"/>
      </dsp:txXfrm>
    </dsp:sp>
    <dsp:sp modelId="{9A11A64E-0005-4BFE-8652-8A8F86B5EF2D}">
      <dsp:nvSpPr>
        <dsp:cNvPr id="0" name=""/>
        <dsp:cNvSpPr/>
      </dsp:nvSpPr>
      <dsp:spPr>
        <a:xfrm>
          <a:off x="0" y="3386693"/>
          <a:ext cx="4683949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Ensure ethical standards (consent, privacy)</a:t>
          </a:r>
        </a:p>
      </dsp:txBody>
      <dsp:txXfrm>
        <a:off x="50489" y="3437182"/>
        <a:ext cx="4582971" cy="933302"/>
      </dsp:txXfrm>
    </dsp:sp>
    <dsp:sp modelId="{0FCFD3B8-92C7-4EDC-BB26-BD5832852FDC}">
      <dsp:nvSpPr>
        <dsp:cNvPr id="0" name=""/>
        <dsp:cNvSpPr/>
      </dsp:nvSpPr>
      <dsp:spPr>
        <a:xfrm>
          <a:off x="0" y="4495853"/>
          <a:ext cx="4683949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Record and analyze data honestly</a:t>
          </a:r>
        </a:p>
      </dsp:txBody>
      <dsp:txXfrm>
        <a:off x="50489" y="4546342"/>
        <a:ext cx="4582971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08A87643-ED1E-8482-CDCD-BBE0D7F2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70" r="5265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IN" sz="3500">
                <a:solidFill>
                  <a:srgbClr val="FFFFFF"/>
                </a:solidFill>
              </a:rPr>
              <a:t>Data Collection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A Comprehensive Guide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4900"/>
              <a:t>Purpose of Data Collection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DFDD5C-95A0-E27F-0BF5-CC30AB674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9779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t>Primary Data Collection Techniques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EB8F2A-2F69-E2D2-810F-E45404B88D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46977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t>Secondary Data Collection Techniques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62EE3B-5652-8F47-6679-C4C12E23AE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82640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6000"/>
              <a:t>Tips for Students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3FE65F-15FA-8B11-7EE0-D28BD1956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79112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116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Data Collection Techniques</vt:lpstr>
      <vt:lpstr>Purpose of Data Collection</vt:lpstr>
      <vt:lpstr>Primary Data Collection Techniques</vt:lpstr>
      <vt:lpstr>Secondary Data Collection Techniques</vt:lpstr>
      <vt:lpstr>Tips for Students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Mahipal Singh</cp:lastModifiedBy>
  <cp:revision>7</cp:revision>
  <dcterms:created xsi:type="dcterms:W3CDTF">2013-01-27T09:14:16Z</dcterms:created>
  <dcterms:modified xsi:type="dcterms:W3CDTF">2025-06-24T13:49:32Z</dcterms:modified>
  <cp:category/>
</cp:coreProperties>
</file>