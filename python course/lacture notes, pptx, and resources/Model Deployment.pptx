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1836-C74E-8A50-600B-9FC5A6AEB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CDB52-6B11-012A-4349-435459331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CF852-EF4E-5916-256A-CDD4E8BD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E77C-07A6-E128-2952-70482ABE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2D95C-8F91-F2D8-DFAC-928F4040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64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CE64-BEBF-2098-D2A0-C4E0B422E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CA7C-5F5B-25DE-DE28-4814EBF06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892E3-EA64-145C-345B-62D139EC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F69E-EC29-F5AA-1CA6-AB1486CB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F1E95-C75F-7C63-87A5-756CAEE6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7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A7E9-7698-99DF-312B-6432D105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183D2-CAE9-9713-D55E-1D1EE1694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197D7-B4F8-C812-7FBA-08ED4044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5CDF3-37A5-5CAA-10B9-55F3C204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F3C4-CD6C-5335-3BA5-726423B1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62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70A2-BD51-157F-8851-045254AC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3238-AFF7-7919-99AF-95DA219EB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70006-E6DE-6D50-E04A-069E6A91A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2B855-027D-01C4-9B0C-746D2A487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68F1C-D02B-5F76-4277-931DC145D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7D4A3-BA6B-75D3-BB2B-EFA0BA96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4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14AF-22B2-F30F-EE01-69017853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A65A8-6E78-CE2E-1016-89F526E0E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5E574-3750-38BB-025B-E23C2C0EA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BD804F-DD06-39B4-03FC-4D0DF238B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FB5A1-680B-14F3-C1A8-A571E41C7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B0BC2-C474-1BF5-0EB9-267C83DD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BAA16-7706-0EC2-5477-9FB9FFB5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7A7F7-94A2-CD30-EFA3-A3487714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14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1C07-39CE-53AB-0AB6-F6D93F9F4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E9840-0F53-6F77-19B9-324B7D05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FCDC1-61EC-A3C5-439F-4BA8B901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62D11-F38D-A060-3B23-CC2FE3A6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40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1645E-124F-3291-1F9C-7B21246B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F7862-F869-5546-EC89-43ED7202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2A6EA-B6AD-538D-65AC-8676ADDA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0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B6D3-01BA-071C-E7B0-19DBA987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1F3D-8ABF-1BF2-31E9-88EC5F54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DFB7F-29A2-8935-459D-AA9F50D3C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65BD9-0196-4FC6-52FE-40DCBA0D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9E523-5BB0-3726-9D4F-EC5EC2B4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DE803-13D6-5965-516A-EAFFDBC0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88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CE42-692F-BB4C-B93A-D053BC01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A744F-F5A0-E846-6CF3-07D0664F9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3F323-9CFC-B11F-B9BE-CA5D2E9F0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0482D-A5D8-6550-4D63-3BA34309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BC429-E318-BFEB-AE26-E911422C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4F00D-9161-99B7-49AA-5EB46EEE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9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7BC1-6DA9-96F8-47D6-41E5C8B4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FE77-8069-007A-F565-9E92C4A55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4519C-795C-05BE-FA31-93F4CD5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D8C66-3E9F-7117-E0F1-31F14282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3EA23-9E64-4443-2817-B3AD97C6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55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429F92-658F-3A28-990A-3561F356C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F9F91-558E-BAF3-63BA-BA384C195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EB62A-DFEB-F10F-590C-2E7CF9E2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BE6DE-37F0-86C2-8256-48DD1600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E02EB-031E-9F41-C4FB-B13A5465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3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BC914-10F2-AC8A-351C-3F4AD2B9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D683B-9159-0D03-7AE8-8A7D3CD1E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7485A-6F6A-398A-71FE-CAB5E2CF3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9C63B-CB26-4272-A85C-8B3EF18CD5AE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303D1-9A07-B122-D426-63499A71D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EFAF-D348-1F28-2782-B2637795D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899DC-C103-401B-BB6A-BD70F06AA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0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93C8-DA1C-21A4-8340-C9DDA9FED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Deployment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F7215-0BA3-9164-B2F9-DF5C4F858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Mahipal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30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EE1A-AAC2-3BD9-F275-7053EA37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DC99EA-9CF1-7A19-0DBD-FC2FB5B79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1"/>
            <a:ext cx="564988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types of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and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demo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 err="1">
                <a:latin typeface="Arial" panose="020B0604020202020204" pitchFamily="34" charset="0"/>
              </a:rPr>
              <a:t>Streamlit</a:t>
            </a:r>
            <a:r>
              <a:rPr lang="en-US" altLang="en-US" sz="3200" dirty="0">
                <a:latin typeface="Arial" panose="020B0604020202020204" pitchFamily="34" charset="0"/>
              </a:rPr>
              <a:t> Demo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57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D138-8B41-CC02-429F-C010A432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Deploy Models?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283DCB-DDED-7CD3-C42C-758AFF25C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598"/>
            <a:ext cx="104919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📈 Trained model is useless if not used in real-world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🧪 Deployment = Making predictions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🖥️ Integrate with web apps, mobile, APIs, or IoT</a:t>
            </a:r>
          </a:p>
        </p:txBody>
      </p:sp>
    </p:spTree>
    <p:extLst>
      <p:ext uri="{BB962C8B-B14F-4D97-AF65-F5344CB8AC3E}">
        <p14:creationId xmlns:p14="http://schemas.microsoft.com/office/powerpoint/2010/main" val="84036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61E9-1A30-E908-FA6B-CD9E7A2EF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Types of deployment</a:t>
            </a:r>
            <a:endParaRPr lang="en-IN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D2889B-9A29-36EB-C90E-2CDCF6508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763932"/>
              </p:ext>
            </p:extLst>
          </p:nvPr>
        </p:nvGraphicFramePr>
        <p:xfrm>
          <a:off x="1120453" y="2269730"/>
          <a:ext cx="10158359" cy="3993910"/>
        </p:xfrm>
        <a:graphic>
          <a:graphicData uri="http://schemas.openxmlformats.org/drawingml/2006/table">
            <a:tbl>
              <a:tblPr/>
              <a:tblGrid>
                <a:gridCol w="2788643">
                  <a:extLst>
                    <a:ext uri="{9D8B030D-6E8A-4147-A177-3AD203B41FA5}">
                      <a16:colId xmlns:a16="http://schemas.microsoft.com/office/drawing/2014/main" val="1623719155"/>
                    </a:ext>
                  </a:extLst>
                </a:gridCol>
                <a:gridCol w="4316925">
                  <a:extLst>
                    <a:ext uri="{9D8B030D-6E8A-4147-A177-3AD203B41FA5}">
                      <a16:colId xmlns:a16="http://schemas.microsoft.com/office/drawing/2014/main" val="2151397462"/>
                    </a:ext>
                  </a:extLst>
                </a:gridCol>
                <a:gridCol w="3052791">
                  <a:extLst>
                    <a:ext uri="{9D8B030D-6E8A-4147-A177-3AD203B41FA5}">
                      <a16:colId xmlns:a16="http://schemas.microsoft.com/office/drawing/2014/main" val="3747363670"/>
                    </a:ext>
                  </a:extLst>
                </a:gridCol>
              </a:tblGrid>
              <a:tr h="597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 dirty="0">
                          <a:effectLst/>
                          <a:latin typeface="Arial" panose="020B0604020202020204" pitchFamily="34" charset="0"/>
                        </a:rPr>
                        <a:t>Use Case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791064"/>
                  </a:ext>
                </a:extLst>
              </a:tr>
              <a:tr h="597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1" i="0" u="none" strike="noStrike">
                          <a:effectLst/>
                          <a:latin typeface="Arial" panose="020B0604020202020204" pitchFamily="34" charset="0"/>
                        </a:rPr>
                        <a:t>Local App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Quick testing, demo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Flask/Streamlit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003972"/>
                  </a:ext>
                </a:extLst>
              </a:tr>
              <a:tr h="597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1" i="0" u="none" strike="noStrike">
                          <a:effectLst/>
                          <a:latin typeface="Arial" panose="020B0604020202020204" pitchFamily="34" charset="0"/>
                        </a:rPr>
                        <a:t>Web App (UI)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End-user interaction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Render/Heroku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384696"/>
                  </a:ext>
                </a:extLst>
              </a:tr>
              <a:tr h="10052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1" i="0" u="none" strike="noStrike">
                          <a:effectLst/>
                          <a:latin typeface="Arial" panose="020B0604020202020204" pitchFamily="34" charset="0"/>
                        </a:rPr>
                        <a:t>REST API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Integrate into systems via endpoints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Flask/FastAPI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651463"/>
                  </a:ext>
                </a:extLst>
              </a:tr>
              <a:tr h="597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1" i="0" u="none" strike="noStrike">
                          <a:effectLst/>
                          <a:latin typeface="Arial" panose="020B0604020202020204" pitchFamily="34" charset="0"/>
                        </a:rPr>
                        <a:t>Cloud Hosting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Production, scale, uptime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AWS/GCP/Azure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925699"/>
                  </a:ext>
                </a:extLst>
              </a:tr>
              <a:tr h="597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1" i="0" u="none" strike="noStrike">
                          <a:effectLst/>
                          <a:latin typeface="Arial" panose="020B0604020202020204" pitchFamily="34" charset="0"/>
                        </a:rPr>
                        <a:t>Edge/Mobile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effectLst/>
                          <a:latin typeface="Arial" panose="020B0604020202020204" pitchFamily="34" charset="0"/>
                        </a:rPr>
                        <a:t>Run on device (offline)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 dirty="0">
                          <a:effectLst/>
                          <a:latin typeface="Arial" panose="020B0604020202020204" pitchFamily="34" charset="0"/>
                        </a:rPr>
                        <a:t>TF Lite, ONNX</a:t>
                      </a:r>
                    </a:p>
                  </a:txBody>
                  <a:tcPr marL="135847" marR="135847" marT="67924" marB="679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61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20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54E8-D141-06E0-F897-24232732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Demo: Deploy ML with Flask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A030CD-4D4A-BBF1-933A-7892B983AE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23857"/>
            <a:ext cx="910973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Steps: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+ save model with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joblib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app.py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(Flask server)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templates/index.html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input form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 app.py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http://localhost:5000/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32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A20F-F6D4-173A-A0EE-369267BF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with </a:t>
            </a:r>
            <a:r>
              <a:rPr lang="en-US" dirty="0" err="1"/>
              <a:t>Steamlit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0A75-43BF-303A-FFC3-2F1F2B9D2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Train + save model with </a:t>
            </a:r>
            <a:r>
              <a:rPr lang="en-US" altLang="en-US" dirty="0" err="1">
                <a:latin typeface="Arial Unicode MS"/>
              </a:rPr>
              <a:t>joblib</a:t>
            </a: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 Create </a:t>
            </a:r>
            <a:r>
              <a:rPr lang="en-US" altLang="en-US" dirty="0">
                <a:latin typeface="Arial Unicode MS"/>
              </a:rPr>
              <a:t>app.py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3. Run: </a:t>
            </a:r>
            <a:r>
              <a:rPr lang="en-US" altLang="en-US" dirty="0">
                <a:latin typeface="Arial Unicode MS"/>
              </a:rPr>
              <a:t>python app.py</a:t>
            </a: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4. Open </a:t>
            </a:r>
            <a:r>
              <a:rPr lang="en-US" altLang="en-US" dirty="0">
                <a:latin typeface="Arial Unicode MS"/>
              </a:rPr>
              <a:t>the </a:t>
            </a:r>
            <a:r>
              <a:rPr lang="en-US" altLang="en-US" dirty="0" err="1">
                <a:latin typeface="Arial Unicode MS"/>
              </a:rPr>
              <a:t>url</a:t>
            </a:r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18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F588-48E6-49CC-A04A-C4153179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Mistakes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B70D6D-FD77-E331-166D-0D6EF5899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1"/>
            <a:ext cx="1036694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Mismatch in number of input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Skipping preprocessing during inference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Forgetting to test with real user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Overfitting + poor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28384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214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 Unicode MS</vt:lpstr>
      <vt:lpstr>Aptos</vt:lpstr>
      <vt:lpstr>Aptos Display</vt:lpstr>
      <vt:lpstr>Arial</vt:lpstr>
      <vt:lpstr>Calibri</vt:lpstr>
      <vt:lpstr>Office Theme</vt:lpstr>
      <vt:lpstr>Model Deployment</vt:lpstr>
      <vt:lpstr>Content</vt:lpstr>
      <vt:lpstr>Why Deploy Models?</vt:lpstr>
      <vt:lpstr>Types of deployment</vt:lpstr>
      <vt:lpstr>Demo: Deploy ML with Flask</vt:lpstr>
      <vt:lpstr>Deploy with Steamlit</vt:lpstr>
      <vt:lpstr>Common Mistakes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4</cp:revision>
  <dcterms:created xsi:type="dcterms:W3CDTF">2025-07-02T10:40:54Z</dcterms:created>
  <dcterms:modified xsi:type="dcterms:W3CDTF">2025-07-02T11:33:51Z</dcterms:modified>
</cp:coreProperties>
</file>