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7" r:id="rId6"/>
    <p:sldId id="260" r:id="rId7"/>
    <p:sldId id="262" r:id="rId8"/>
    <p:sldId id="263" r:id="rId9"/>
    <p:sldId id="261" r:id="rId10"/>
    <p:sldId id="264" r:id="rId11"/>
    <p:sldId id="258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" TargetMode="External"/><Relationship Id="rId1" Type="http://schemas.openxmlformats.org/officeDocument/2006/relationships/hyperlink" Target="https://www.kaggle.com/" TargetMode="Externa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ast.ai/" TargetMode="External"/><Relationship Id="rId1" Type="http://schemas.openxmlformats.org/officeDocument/2006/relationships/hyperlink" Target="https://paperswithcode.com/" TargetMode="External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" TargetMode="External"/><Relationship Id="rId1" Type="http://schemas.openxmlformats.org/officeDocument/2006/relationships/hyperlink" Target="https://www.kaggle.com/" TargetMode="External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ast.ai/" TargetMode="External"/><Relationship Id="rId1" Type="http://schemas.openxmlformats.org/officeDocument/2006/relationships/hyperlink" Target="https://paperswithcode.com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8C42B3-91F8-4DA5-8049-7122F4EF8346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996A568-EAF8-42E6-861F-BA9EA5BB65F5}">
      <dgm:prSet/>
      <dgm:spPr/>
      <dgm:t>
        <a:bodyPr/>
        <a:lstStyle/>
        <a:p>
          <a:r>
            <a:rPr lang="en-US" b="1"/>
            <a:t>Kaggle</a:t>
          </a:r>
          <a:r>
            <a:rPr lang="en-US"/>
            <a:t> – </a:t>
          </a:r>
          <a:r>
            <a:rPr lang="en-US">
              <a:hlinkClick xmlns:r="http://schemas.openxmlformats.org/officeDocument/2006/relationships" r:id="rId1"/>
            </a:rPr>
            <a:t>https://www.kaggle.com</a:t>
          </a:r>
          <a:endParaRPr lang="en-US"/>
        </a:p>
      </dgm:t>
    </dgm:pt>
    <dgm:pt modelId="{26B8C0F7-5B2B-4543-8599-BDF90FDFDD6B}" type="parTrans" cxnId="{7E6DE940-FB99-434E-8A35-4D51072B4234}">
      <dgm:prSet/>
      <dgm:spPr/>
      <dgm:t>
        <a:bodyPr/>
        <a:lstStyle/>
        <a:p>
          <a:endParaRPr lang="en-US"/>
        </a:p>
      </dgm:t>
    </dgm:pt>
    <dgm:pt modelId="{52E4553B-B5ED-41CB-A7E1-AC79C0130E19}" type="sibTrans" cxnId="{7E6DE940-FB99-434E-8A35-4D51072B4234}">
      <dgm:prSet/>
      <dgm:spPr/>
      <dgm:t>
        <a:bodyPr/>
        <a:lstStyle/>
        <a:p>
          <a:endParaRPr lang="en-US"/>
        </a:p>
      </dgm:t>
    </dgm:pt>
    <dgm:pt modelId="{9FDBA65E-8B3E-4FA8-956F-D5C54A79DF21}">
      <dgm:prSet/>
      <dgm:spPr/>
      <dgm:t>
        <a:bodyPr/>
        <a:lstStyle/>
        <a:p>
          <a:r>
            <a:rPr lang="en-US" b="1"/>
            <a:t>Why</a:t>
          </a:r>
          <a:r>
            <a:rPr lang="en-US"/>
            <a:t>: Datasets, notebooks, competitions, and micro-courses.</a:t>
          </a:r>
        </a:p>
      </dgm:t>
    </dgm:pt>
    <dgm:pt modelId="{BAA9CF4A-32A2-46B2-840F-6302D70704F7}" type="parTrans" cxnId="{0A379C51-3928-45A8-A8FC-1AADF9AF6913}">
      <dgm:prSet/>
      <dgm:spPr/>
      <dgm:t>
        <a:bodyPr/>
        <a:lstStyle/>
        <a:p>
          <a:endParaRPr lang="en-US"/>
        </a:p>
      </dgm:t>
    </dgm:pt>
    <dgm:pt modelId="{430C2646-2E40-42B1-93D2-CCF8BEB82231}" type="sibTrans" cxnId="{0A379C51-3928-45A8-A8FC-1AADF9AF6913}">
      <dgm:prSet/>
      <dgm:spPr/>
      <dgm:t>
        <a:bodyPr/>
        <a:lstStyle/>
        <a:p>
          <a:endParaRPr lang="en-US"/>
        </a:p>
      </dgm:t>
    </dgm:pt>
    <dgm:pt modelId="{248621A3-3F6F-4751-BC18-5EB68A00D302}">
      <dgm:prSet/>
      <dgm:spPr/>
      <dgm:t>
        <a:bodyPr/>
        <a:lstStyle/>
        <a:p>
          <a:r>
            <a:rPr lang="en-US" b="1" dirty="0"/>
            <a:t>Best For</a:t>
          </a:r>
          <a:r>
            <a:rPr lang="en-US" dirty="0"/>
            <a:t>: Practicing data analysis, ML, and NLP on real-world data.</a:t>
          </a:r>
        </a:p>
      </dgm:t>
    </dgm:pt>
    <dgm:pt modelId="{02F13AD2-E638-4A74-92FA-1B1C0CE0A614}" type="parTrans" cxnId="{29484EAC-DD61-4DD6-805D-7E67F1666E93}">
      <dgm:prSet/>
      <dgm:spPr/>
      <dgm:t>
        <a:bodyPr/>
        <a:lstStyle/>
        <a:p>
          <a:endParaRPr lang="en-US"/>
        </a:p>
      </dgm:t>
    </dgm:pt>
    <dgm:pt modelId="{59DC01BD-840F-4267-9AAA-2EFE431A8816}" type="sibTrans" cxnId="{29484EAC-DD61-4DD6-805D-7E67F1666E93}">
      <dgm:prSet/>
      <dgm:spPr/>
      <dgm:t>
        <a:bodyPr/>
        <a:lstStyle/>
        <a:p>
          <a:endParaRPr lang="en-US"/>
        </a:p>
      </dgm:t>
    </dgm:pt>
    <dgm:pt modelId="{CBC49831-3ABE-46E4-AE6E-3CC278CD3CA6}">
      <dgm:prSet/>
      <dgm:spPr/>
      <dgm:t>
        <a:bodyPr/>
        <a:lstStyle/>
        <a:p>
          <a:r>
            <a:rPr lang="en-US" b="1"/>
            <a:t>Google Colab</a:t>
          </a:r>
          <a:r>
            <a:rPr lang="en-US"/>
            <a:t> – https://colab.research.google.com</a:t>
          </a:r>
        </a:p>
      </dgm:t>
    </dgm:pt>
    <dgm:pt modelId="{0A8A1A35-411D-401A-93F0-A332DF88D290}" type="parTrans" cxnId="{E75036EF-C158-4B4E-B42A-296D01B9628B}">
      <dgm:prSet/>
      <dgm:spPr/>
      <dgm:t>
        <a:bodyPr/>
        <a:lstStyle/>
        <a:p>
          <a:endParaRPr lang="en-US"/>
        </a:p>
      </dgm:t>
    </dgm:pt>
    <dgm:pt modelId="{16111FA2-1650-44D2-94AF-0F22C96477A2}" type="sibTrans" cxnId="{E75036EF-C158-4B4E-B42A-296D01B9628B}">
      <dgm:prSet/>
      <dgm:spPr/>
      <dgm:t>
        <a:bodyPr/>
        <a:lstStyle/>
        <a:p>
          <a:endParaRPr lang="en-US"/>
        </a:p>
      </dgm:t>
    </dgm:pt>
    <dgm:pt modelId="{EB7AFCAC-B252-42A2-BC59-069FE955B183}">
      <dgm:prSet/>
      <dgm:spPr/>
      <dgm:t>
        <a:bodyPr/>
        <a:lstStyle/>
        <a:p>
          <a:r>
            <a:rPr lang="en-US" b="1"/>
            <a:t>Why</a:t>
          </a:r>
          <a:r>
            <a:rPr lang="en-US"/>
            <a:t>: Free cloud Jupyter notebooks with GPU/TPU.</a:t>
          </a:r>
        </a:p>
      </dgm:t>
    </dgm:pt>
    <dgm:pt modelId="{58950335-B54C-4613-94DC-597ED1BC1C08}" type="parTrans" cxnId="{A897E226-257A-417E-BA82-B11519DAFF2C}">
      <dgm:prSet/>
      <dgm:spPr/>
      <dgm:t>
        <a:bodyPr/>
        <a:lstStyle/>
        <a:p>
          <a:endParaRPr lang="en-US"/>
        </a:p>
      </dgm:t>
    </dgm:pt>
    <dgm:pt modelId="{AF79AC6C-A538-42C5-BE19-F9B87C92627E}" type="sibTrans" cxnId="{A897E226-257A-417E-BA82-B11519DAFF2C}">
      <dgm:prSet/>
      <dgm:spPr/>
      <dgm:t>
        <a:bodyPr/>
        <a:lstStyle/>
        <a:p>
          <a:endParaRPr lang="en-US"/>
        </a:p>
      </dgm:t>
    </dgm:pt>
    <dgm:pt modelId="{6167C9EF-7412-4DC0-9756-3FFB5053A2BA}">
      <dgm:prSet/>
      <dgm:spPr/>
      <dgm:t>
        <a:bodyPr/>
        <a:lstStyle/>
        <a:p>
          <a:r>
            <a:rPr lang="en-US" b="1"/>
            <a:t>Best For</a:t>
          </a:r>
          <a:r>
            <a:rPr lang="en-US"/>
            <a:t>: Running Python/ML code without local setup.</a:t>
          </a:r>
        </a:p>
      </dgm:t>
    </dgm:pt>
    <dgm:pt modelId="{CFA55004-E709-47AF-A0AB-1755C2992A74}" type="parTrans" cxnId="{5559C3D0-5D8C-4155-AC12-40ED4429EFFF}">
      <dgm:prSet/>
      <dgm:spPr/>
      <dgm:t>
        <a:bodyPr/>
        <a:lstStyle/>
        <a:p>
          <a:endParaRPr lang="en-US"/>
        </a:p>
      </dgm:t>
    </dgm:pt>
    <dgm:pt modelId="{AC536685-E852-4F6E-810C-2583110478D1}" type="sibTrans" cxnId="{5559C3D0-5D8C-4155-AC12-40ED4429EFFF}">
      <dgm:prSet/>
      <dgm:spPr/>
      <dgm:t>
        <a:bodyPr/>
        <a:lstStyle/>
        <a:p>
          <a:endParaRPr lang="en-US"/>
        </a:p>
      </dgm:t>
    </dgm:pt>
    <dgm:pt modelId="{C77087A1-223F-418F-B9D3-922177C75DBF}">
      <dgm:prSet/>
      <dgm:spPr/>
      <dgm:t>
        <a:bodyPr/>
        <a:lstStyle/>
        <a:p>
          <a:r>
            <a:rPr lang="en-US" b="1"/>
            <a:t>Hugging Face</a:t>
          </a:r>
          <a:r>
            <a:rPr lang="en-US"/>
            <a:t> – </a:t>
          </a:r>
          <a:r>
            <a:rPr lang="en-US">
              <a:hlinkClick xmlns:r="http://schemas.openxmlformats.org/officeDocument/2006/relationships" r:id="rId2"/>
            </a:rPr>
            <a:t>https://huggingface.co</a:t>
          </a:r>
          <a:endParaRPr lang="en-US"/>
        </a:p>
      </dgm:t>
    </dgm:pt>
    <dgm:pt modelId="{F1AE3D1C-7CF8-4594-9F49-6D88797A6C32}" type="parTrans" cxnId="{F77E8D0E-8D70-4C8B-9B0B-A3B6226D38C7}">
      <dgm:prSet/>
      <dgm:spPr/>
      <dgm:t>
        <a:bodyPr/>
        <a:lstStyle/>
        <a:p>
          <a:endParaRPr lang="en-US"/>
        </a:p>
      </dgm:t>
    </dgm:pt>
    <dgm:pt modelId="{EBE8E9F8-AC04-4E34-9163-809099E6FC05}" type="sibTrans" cxnId="{F77E8D0E-8D70-4C8B-9B0B-A3B6226D38C7}">
      <dgm:prSet/>
      <dgm:spPr/>
      <dgm:t>
        <a:bodyPr/>
        <a:lstStyle/>
        <a:p>
          <a:endParaRPr lang="en-US"/>
        </a:p>
      </dgm:t>
    </dgm:pt>
    <dgm:pt modelId="{E3C147A5-CA95-44A3-A92F-0E4137DDC013}">
      <dgm:prSet/>
      <dgm:spPr/>
      <dgm:t>
        <a:bodyPr/>
        <a:lstStyle/>
        <a:p>
          <a:r>
            <a:rPr lang="en-US" b="1"/>
            <a:t>Why</a:t>
          </a:r>
          <a:r>
            <a:rPr lang="en-US"/>
            <a:t>: Pretrained transformer models, datasets, and tools.</a:t>
          </a:r>
        </a:p>
      </dgm:t>
    </dgm:pt>
    <dgm:pt modelId="{19B41BBC-8CD7-4D03-886F-C7309A03E360}" type="parTrans" cxnId="{DDB33BE8-70E5-4AE3-B316-AA69C516A004}">
      <dgm:prSet/>
      <dgm:spPr/>
      <dgm:t>
        <a:bodyPr/>
        <a:lstStyle/>
        <a:p>
          <a:endParaRPr lang="en-US"/>
        </a:p>
      </dgm:t>
    </dgm:pt>
    <dgm:pt modelId="{6298CA08-5C1A-4FC0-80DB-DDBAFDC089C1}" type="sibTrans" cxnId="{DDB33BE8-70E5-4AE3-B316-AA69C516A004}">
      <dgm:prSet/>
      <dgm:spPr/>
      <dgm:t>
        <a:bodyPr/>
        <a:lstStyle/>
        <a:p>
          <a:endParaRPr lang="en-US"/>
        </a:p>
      </dgm:t>
    </dgm:pt>
    <dgm:pt modelId="{491B6CDF-121F-47CC-BC99-6B44C78624C9}">
      <dgm:prSet/>
      <dgm:spPr/>
      <dgm:t>
        <a:bodyPr/>
        <a:lstStyle/>
        <a:p>
          <a:r>
            <a:rPr lang="en-US" b="1"/>
            <a:t>Best For</a:t>
          </a:r>
          <a:r>
            <a:rPr lang="en-US"/>
            <a:t>: Using and fine-tuning GenAI and NLP models.</a:t>
          </a:r>
        </a:p>
      </dgm:t>
    </dgm:pt>
    <dgm:pt modelId="{341C220C-9F2E-45F9-B489-F3D7DC14CBA3}" type="parTrans" cxnId="{5B283F94-31C6-420F-8D6C-7E7BE63F3EC6}">
      <dgm:prSet/>
      <dgm:spPr/>
      <dgm:t>
        <a:bodyPr/>
        <a:lstStyle/>
        <a:p>
          <a:endParaRPr lang="en-US"/>
        </a:p>
      </dgm:t>
    </dgm:pt>
    <dgm:pt modelId="{A2F27858-9BD8-4448-87D3-F5C744868EB0}" type="sibTrans" cxnId="{5B283F94-31C6-420F-8D6C-7E7BE63F3EC6}">
      <dgm:prSet/>
      <dgm:spPr/>
      <dgm:t>
        <a:bodyPr/>
        <a:lstStyle/>
        <a:p>
          <a:endParaRPr lang="en-US"/>
        </a:p>
      </dgm:t>
    </dgm:pt>
    <dgm:pt modelId="{C8EC14FB-DDC4-4C53-A4E3-52E40D1D4E92}" type="pres">
      <dgm:prSet presAssocID="{198C42B3-91F8-4DA5-8049-7122F4EF8346}" presName="Name0" presStyleCnt="0">
        <dgm:presLayoutVars>
          <dgm:dir/>
          <dgm:animLvl val="lvl"/>
          <dgm:resizeHandles val="exact"/>
        </dgm:presLayoutVars>
      </dgm:prSet>
      <dgm:spPr/>
    </dgm:pt>
    <dgm:pt modelId="{FF254D17-295A-42D9-A14B-F432947380A2}" type="pres">
      <dgm:prSet presAssocID="{4996A568-EAF8-42E6-861F-BA9EA5BB65F5}" presName="linNode" presStyleCnt="0"/>
      <dgm:spPr/>
    </dgm:pt>
    <dgm:pt modelId="{81287531-D9DD-445A-840B-62224AD9EC76}" type="pres">
      <dgm:prSet presAssocID="{4996A568-EAF8-42E6-861F-BA9EA5BB65F5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BE9F2AA6-59FE-4472-9D7E-52EF1309C5AC}" type="pres">
      <dgm:prSet presAssocID="{4996A568-EAF8-42E6-861F-BA9EA5BB65F5}" presName="descendantText" presStyleLbl="alignAccFollowNode1" presStyleIdx="0" presStyleCnt="3">
        <dgm:presLayoutVars>
          <dgm:bulletEnabled val="1"/>
        </dgm:presLayoutVars>
      </dgm:prSet>
      <dgm:spPr/>
    </dgm:pt>
    <dgm:pt modelId="{F6458AD7-560C-4AAC-BFA9-01EE53227284}" type="pres">
      <dgm:prSet presAssocID="{52E4553B-B5ED-41CB-A7E1-AC79C0130E19}" presName="sp" presStyleCnt="0"/>
      <dgm:spPr/>
    </dgm:pt>
    <dgm:pt modelId="{AEFDC834-D114-49F5-8262-CA3712406A6D}" type="pres">
      <dgm:prSet presAssocID="{CBC49831-3ABE-46E4-AE6E-3CC278CD3CA6}" presName="linNode" presStyleCnt="0"/>
      <dgm:spPr/>
    </dgm:pt>
    <dgm:pt modelId="{C4B3A7DC-33D4-43D3-8888-C9225C46C379}" type="pres">
      <dgm:prSet presAssocID="{CBC49831-3ABE-46E4-AE6E-3CC278CD3CA6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9F608257-0AF8-4B02-98FF-1E2B53428497}" type="pres">
      <dgm:prSet presAssocID="{CBC49831-3ABE-46E4-AE6E-3CC278CD3CA6}" presName="descendantText" presStyleLbl="alignAccFollowNode1" presStyleIdx="1" presStyleCnt="3">
        <dgm:presLayoutVars>
          <dgm:bulletEnabled val="1"/>
        </dgm:presLayoutVars>
      </dgm:prSet>
      <dgm:spPr/>
    </dgm:pt>
    <dgm:pt modelId="{B8A39FB6-2260-4BA2-83BF-454151854F1D}" type="pres">
      <dgm:prSet presAssocID="{16111FA2-1650-44D2-94AF-0F22C96477A2}" presName="sp" presStyleCnt="0"/>
      <dgm:spPr/>
    </dgm:pt>
    <dgm:pt modelId="{CAB42E48-9AF2-4086-87AE-9B20801EDC91}" type="pres">
      <dgm:prSet presAssocID="{C77087A1-223F-418F-B9D3-922177C75DBF}" presName="linNode" presStyleCnt="0"/>
      <dgm:spPr/>
    </dgm:pt>
    <dgm:pt modelId="{4E51DE18-9352-47B8-9AA4-4062EC66B01A}" type="pres">
      <dgm:prSet presAssocID="{C77087A1-223F-418F-B9D3-922177C75DBF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99CB1092-6EBC-472E-8635-6E6AC608BA2F}" type="pres">
      <dgm:prSet presAssocID="{C77087A1-223F-418F-B9D3-922177C75DBF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FC2C1507-B7E5-4237-A4B2-EF1B6E335CB0}" type="presOf" srcId="{CBC49831-3ABE-46E4-AE6E-3CC278CD3CA6}" destId="{C4B3A7DC-33D4-43D3-8888-C9225C46C379}" srcOrd="0" destOrd="0" presId="urn:microsoft.com/office/officeart/2005/8/layout/vList5"/>
    <dgm:cxn modelId="{31E1E70A-CA3B-4B5C-902F-68F638A69079}" type="presOf" srcId="{EB7AFCAC-B252-42A2-BC59-069FE955B183}" destId="{9F608257-0AF8-4B02-98FF-1E2B53428497}" srcOrd="0" destOrd="0" presId="urn:microsoft.com/office/officeart/2005/8/layout/vList5"/>
    <dgm:cxn modelId="{F77E8D0E-8D70-4C8B-9B0B-A3B6226D38C7}" srcId="{198C42B3-91F8-4DA5-8049-7122F4EF8346}" destId="{C77087A1-223F-418F-B9D3-922177C75DBF}" srcOrd="2" destOrd="0" parTransId="{F1AE3D1C-7CF8-4594-9F49-6D88797A6C32}" sibTransId="{EBE8E9F8-AC04-4E34-9163-809099E6FC05}"/>
    <dgm:cxn modelId="{EB640F1C-D96E-45D9-8A2B-96D27931EC14}" type="presOf" srcId="{491B6CDF-121F-47CC-BC99-6B44C78624C9}" destId="{99CB1092-6EBC-472E-8635-6E6AC608BA2F}" srcOrd="0" destOrd="1" presId="urn:microsoft.com/office/officeart/2005/8/layout/vList5"/>
    <dgm:cxn modelId="{61934B20-DFF1-435D-832A-8D5797479919}" type="presOf" srcId="{4996A568-EAF8-42E6-861F-BA9EA5BB65F5}" destId="{81287531-D9DD-445A-840B-62224AD9EC76}" srcOrd="0" destOrd="0" presId="urn:microsoft.com/office/officeart/2005/8/layout/vList5"/>
    <dgm:cxn modelId="{04F1C121-A472-4330-BCF7-65DF1E8A0CC9}" type="presOf" srcId="{198C42B3-91F8-4DA5-8049-7122F4EF8346}" destId="{C8EC14FB-DDC4-4C53-A4E3-52E40D1D4E92}" srcOrd="0" destOrd="0" presId="urn:microsoft.com/office/officeart/2005/8/layout/vList5"/>
    <dgm:cxn modelId="{A897E226-257A-417E-BA82-B11519DAFF2C}" srcId="{CBC49831-3ABE-46E4-AE6E-3CC278CD3CA6}" destId="{EB7AFCAC-B252-42A2-BC59-069FE955B183}" srcOrd="0" destOrd="0" parTransId="{58950335-B54C-4613-94DC-597ED1BC1C08}" sibTransId="{AF79AC6C-A538-42C5-BE19-F9B87C92627E}"/>
    <dgm:cxn modelId="{F0293A34-EBC1-4294-8806-989B6726FDE3}" type="presOf" srcId="{E3C147A5-CA95-44A3-A92F-0E4137DDC013}" destId="{99CB1092-6EBC-472E-8635-6E6AC608BA2F}" srcOrd="0" destOrd="0" presId="urn:microsoft.com/office/officeart/2005/8/layout/vList5"/>
    <dgm:cxn modelId="{7E6DE940-FB99-434E-8A35-4D51072B4234}" srcId="{198C42B3-91F8-4DA5-8049-7122F4EF8346}" destId="{4996A568-EAF8-42E6-861F-BA9EA5BB65F5}" srcOrd="0" destOrd="0" parTransId="{26B8C0F7-5B2B-4543-8599-BDF90FDFDD6B}" sibTransId="{52E4553B-B5ED-41CB-A7E1-AC79C0130E19}"/>
    <dgm:cxn modelId="{75E0146E-4746-43E6-9B88-5BE4B2C59A6B}" type="presOf" srcId="{9FDBA65E-8B3E-4FA8-956F-D5C54A79DF21}" destId="{BE9F2AA6-59FE-4472-9D7E-52EF1309C5AC}" srcOrd="0" destOrd="0" presId="urn:microsoft.com/office/officeart/2005/8/layout/vList5"/>
    <dgm:cxn modelId="{0A379C51-3928-45A8-A8FC-1AADF9AF6913}" srcId="{4996A568-EAF8-42E6-861F-BA9EA5BB65F5}" destId="{9FDBA65E-8B3E-4FA8-956F-D5C54A79DF21}" srcOrd="0" destOrd="0" parTransId="{BAA9CF4A-32A2-46B2-840F-6302D70704F7}" sibTransId="{430C2646-2E40-42B1-93D2-CCF8BEB82231}"/>
    <dgm:cxn modelId="{3CA31672-7E62-4B19-9FAF-62B01CC99D90}" type="presOf" srcId="{248621A3-3F6F-4751-BC18-5EB68A00D302}" destId="{BE9F2AA6-59FE-4472-9D7E-52EF1309C5AC}" srcOrd="0" destOrd="1" presId="urn:microsoft.com/office/officeart/2005/8/layout/vList5"/>
    <dgm:cxn modelId="{C7181784-5FA4-4E5E-81DA-615B8310989E}" type="presOf" srcId="{C77087A1-223F-418F-B9D3-922177C75DBF}" destId="{4E51DE18-9352-47B8-9AA4-4062EC66B01A}" srcOrd="0" destOrd="0" presId="urn:microsoft.com/office/officeart/2005/8/layout/vList5"/>
    <dgm:cxn modelId="{5B283F94-31C6-420F-8D6C-7E7BE63F3EC6}" srcId="{C77087A1-223F-418F-B9D3-922177C75DBF}" destId="{491B6CDF-121F-47CC-BC99-6B44C78624C9}" srcOrd="1" destOrd="0" parTransId="{341C220C-9F2E-45F9-B489-F3D7DC14CBA3}" sibTransId="{A2F27858-9BD8-4448-87D3-F5C744868EB0}"/>
    <dgm:cxn modelId="{29484EAC-DD61-4DD6-805D-7E67F1666E93}" srcId="{4996A568-EAF8-42E6-861F-BA9EA5BB65F5}" destId="{248621A3-3F6F-4751-BC18-5EB68A00D302}" srcOrd="1" destOrd="0" parTransId="{02F13AD2-E638-4A74-92FA-1B1C0CE0A614}" sibTransId="{59DC01BD-840F-4267-9AAA-2EFE431A8816}"/>
    <dgm:cxn modelId="{C06526C4-3DFD-4C66-A4A1-0F4DDB3D72FE}" type="presOf" srcId="{6167C9EF-7412-4DC0-9756-3FFB5053A2BA}" destId="{9F608257-0AF8-4B02-98FF-1E2B53428497}" srcOrd="0" destOrd="1" presId="urn:microsoft.com/office/officeart/2005/8/layout/vList5"/>
    <dgm:cxn modelId="{5559C3D0-5D8C-4155-AC12-40ED4429EFFF}" srcId="{CBC49831-3ABE-46E4-AE6E-3CC278CD3CA6}" destId="{6167C9EF-7412-4DC0-9756-3FFB5053A2BA}" srcOrd="1" destOrd="0" parTransId="{CFA55004-E709-47AF-A0AB-1755C2992A74}" sibTransId="{AC536685-E852-4F6E-810C-2583110478D1}"/>
    <dgm:cxn modelId="{DDB33BE8-70E5-4AE3-B316-AA69C516A004}" srcId="{C77087A1-223F-418F-B9D3-922177C75DBF}" destId="{E3C147A5-CA95-44A3-A92F-0E4137DDC013}" srcOrd="0" destOrd="0" parTransId="{19B41BBC-8CD7-4D03-886F-C7309A03E360}" sibTransId="{6298CA08-5C1A-4FC0-80DB-DDBAFDC089C1}"/>
    <dgm:cxn modelId="{E75036EF-C158-4B4E-B42A-296D01B9628B}" srcId="{198C42B3-91F8-4DA5-8049-7122F4EF8346}" destId="{CBC49831-3ABE-46E4-AE6E-3CC278CD3CA6}" srcOrd="1" destOrd="0" parTransId="{0A8A1A35-411D-401A-93F0-A332DF88D290}" sibTransId="{16111FA2-1650-44D2-94AF-0F22C96477A2}"/>
    <dgm:cxn modelId="{B191D842-8F4D-4CF0-BB78-2AADCF1F6759}" type="presParOf" srcId="{C8EC14FB-DDC4-4C53-A4E3-52E40D1D4E92}" destId="{FF254D17-295A-42D9-A14B-F432947380A2}" srcOrd="0" destOrd="0" presId="urn:microsoft.com/office/officeart/2005/8/layout/vList5"/>
    <dgm:cxn modelId="{A721FAC0-6E17-4620-86F9-9D65220A0AC0}" type="presParOf" srcId="{FF254D17-295A-42D9-A14B-F432947380A2}" destId="{81287531-D9DD-445A-840B-62224AD9EC76}" srcOrd="0" destOrd="0" presId="urn:microsoft.com/office/officeart/2005/8/layout/vList5"/>
    <dgm:cxn modelId="{63B79D58-01E4-4875-93E7-9171920BFD92}" type="presParOf" srcId="{FF254D17-295A-42D9-A14B-F432947380A2}" destId="{BE9F2AA6-59FE-4472-9D7E-52EF1309C5AC}" srcOrd="1" destOrd="0" presId="urn:microsoft.com/office/officeart/2005/8/layout/vList5"/>
    <dgm:cxn modelId="{2CB24EBF-7BC4-4C88-8114-81F8DAEA0A46}" type="presParOf" srcId="{C8EC14FB-DDC4-4C53-A4E3-52E40D1D4E92}" destId="{F6458AD7-560C-4AAC-BFA9-01EE53227284}" srcOrd="1" destOrd="0" presId="urn:microsoft.com/office/officeart/2005/8/layout/vList5"/>
    <dgm:cxn modelId="{68611F8F-2927-45FF-98D0-EA4CC136E03E}" type="presParOf" srcId="{C8EC14FB-DDC4-4C53-A4E3-52E40D1D4E92}" destId="{AEFDC834-D114-49F5-8262-CA3712406A6D}" srcOrd="2" destOrd="0" presId="urn:microsoft.com/office/officeart/2005/8/layout/vList5"/>
    <dgm:cxn modelId="{734FA6B2-2985-47E3-A27F-01FDAAFD7ECA}" type="presParOf" srcId="{AEFDC834-D114-49F5-8262-CA3712406A6D}" destId="{C4B3A7DC-33D4-43D3-8888-C9225C46C379}" srcOrd="0" destOrd="0" presId="urn:microsoft.com/office/officeart/2005/8/layout/vList5"/>
    <dgm:cxn modelId="{141CBE95-3B84-4C9E-903B-5D433D50729A}" type="presParOf" srcId="{AEFDC834-D114-49F5-8262-CA3712406A6D}" destId="{9F608257-0AF8-4B02-98FF-1E2B53428497}" srcOrd="1" destOrd="0" presId="urn:microsoft.com/office/officeart/2005/8/layout/vList5"/>
    <dgm:cxn modelId="{26A8F38F-8152-45E8-B4F0-EE9B6B2448B1}" type="presParOf" srcId="{C8EC14FB-DDC4-4C53-A4E3-52E40D1D4E92}" destId="{B8A39FB6-2260-4BA2-83BF-454151854F1D}" srcOrd="3" destOrd="0" presId="urn:microsoft.com/office/officeart/2005/8/layout/vList5"/>
    <dgm:cxn modelId="{A9256FA1-E47F-4257-888A-E61604F6C45E}" type="presParOf" srcId="{C8EC14FB-DDC4-4C53-A4E3-52E40D1D4E92}" destId="{CAB42E48-9AF2-4086-87AE-9B20801EDC91}" srcOrd="4" destOrd="0" presId="urn:microsoft.com/office/officeart/2005/8/layout/vList5"/>
    <dgm:cxn modelId="{0B74CAF8-0905-4344-8BA0-06F41C21A27F}" type="presParOf" srcId="{CAB42E48-9AF2-4086-87AE-9B20801EDC91}" destId="{4E51DE18-9352-47B8-9AA4-4062EC66B01A}" srcOrd="0" destOrd="0" presId="urn:microsoft.com/office/officeart/2005/8/layout/vList5"/>
    <dgm:cxn modelId="{A3178A84-E0CD-4867-912F-A1DC4A0CC5A3}" type="presParOf" srcId="{CAB42E48-9AF2-4086-87AE-9B20801EDC91}" destId="{99CB1092-6EBC-472E-8635-6E6AC608BA2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37660D7-2CCF-482D-97AB-AAE323D4DB85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0014C1C-E372-4177-8F8B-504F27648B52}">
      <dgm:prSet/>
      <dgm:spPr/>
      <dgm:t>
        <a:bodyPr/>
        <a:lstStyle/>
        <a:p>
          <a:r>
            <a:rPr lang="en-US" b="1"/>
            <a:t>6. Papers with Code</a:t>
          </a:r>
          <a:r>
            <a:rPr lang="en-US"/>
            <a:t> – </a:t>
          </a:r>
          <a:r>
            <a:rPr lang="en-US">
              <a:hlinkClick xmlns:r="http://schemas.openxmlformats.org/officeDocument/2006/relationships" r:id="rId1"/>
            </a:rPr>
            <a:t>https://paperswithcode.com</a:t>
          </a:r>
          <a:endParaRPr lang="en-US"/>
        </a:p>
      </dgm:t>
    </dgm:pt>
    <dgm:pt modelId="{050FA5FD-4E8E-4B9A-A787-B447EACB2AE7}" type="parTrans" cxnId="{D65719BA-64E9-4945-9107-4BA182891135}">
      <dgm:prSet/>
      <dgm:spPr/>
      <dgm:t>
        <a:bodyPr/>
        <a:lstStyle/>
        <a:p>
          <a:endParaRPr lang="en-US"/>
        </a:p>
      </dgm:t>
    </dgm:pt>
    <dgm:pt modelId="{C18AE01C-FD5D-454D-83DB-40ED42094AD3}" type="sibTrans" cxnId="{D65719BA-64E9-4945-9107-4BA182891135}">
      <dgm:prSet/>
      <dgm:spPr/>
      <dgm:t>
        <a:bodyPr/>
        <a:lstStyle/>
        <a:p>
          <a:endParaRPr lang="en-US"/>
        </a:p>
      </dgm:t>
    </dgm:pt>
    <dgm:pt modelId="{A1D2BC79-E72D-4278-8CD6-0FCB2E814115}">
      <dgm:prSet/>
      <dgm:spPr/>
      <dgm:t>
        <a:bodyPr/>
        <a:lstStyle/>
        <a:p>
          <a:r>
            <a:rPr lang="en-US" b="1"/>
            <a:t>Why</a:t>
          </a:r>
          <a:r>
            <a:rPr lang="en-US"/>
            <a:t>: Latest AI research papers linked to open-source code.</a:t>
          </a:r>
        </a:p>
      </dgm:t>
    </dgm:pt>
    <dgm:pt modelId="{2053D8D2-5AA1-4BA3-99D8-B20FF0F002B0}" type="parTrans" cxnId="{C56F12DF-09D4-49DD-8484-23AFC7499E60}">
      <dgm:prSet/>
      <dgm:spPr/>
      <dgm:t>
        <a:bodyPr/>
        <a:lstStyle/>
        <a:p>
          <a:endParaRPr lang="en-US"/>
        </a:p>
      </dgm:t>
    </dgm:pt>
    <dgm:pt modelId="{27AE0A47-7F06-479D-B856-243C6E353E8E}" type="sibTrans" cxnId="{C56F12DF-09D4-49DD-8484-23AFC7499E60}">
      <dgm:prSet/>
      <dgm:spPr/>
      <dgm:t>
        <a:bodyPr/>
        <a:lstStyle/>
        <a:p>
          <a:endParaRPr lang="en-US"/>
        </a:p>
      </dgm:t>
    </dgm:pt>
    <dgm:pt modelId="{8B114662-36CF-47F0-80A0-231C182A8624}">
      <dgm:prSet/>
      <dgm:spPr/>
      <dgm:t>
        <a:bodyPr/>
        <a:lstStyle/>
        <a:p>
          <a:r>
            <a:rPr lang="en-US" b="1"/>
            <a:t>Best For</a:t>
          </a:r>
          <a:r>
            <a:rPr lang="en-US"/>
            <a:t>: Exploring cutting-edge research and benchmarks.</a:t>
          </a:r>
        </a:p>
      </dgm:t>
    </dgm:pt>
    <dgm:pt modelId="{0B23F540-C484-47AE-819A-CE2F12A34FD8}" type="parTrans" cxnId="{E26786F4-539D-45C4-9672-D33E7179F4FF}">
      <dgm:prSet/>
      <dgm:spPr/>
      <dgm:t>
        <a:bodyPr/>
        <a:lstStyle/>
        <a:p>
          <a:endParaRPr lang="en-US"/>
        </a:p>
      </dgm:t>
    </dgm:pt>
    <dgm:pt modelId="{BA884AF4-028A-4A4A-8BC6-DE9142D7802C}" type="sibTrans" cxnId="{E26786F4-539D-45C4-9672-D33E7179F4FF}">
      <dgm:prSet/>
      <dgm:spPr/>
      <dgm:t>
        <a:bodyPr/>
        <a:lstStyle/>
        <a:p>
          <a:endParaRPr lang="en-US"/>
        </a:p>
      </dgm:t>
    </dgm:pt>
    <dgm:pt modelId="{33AC1200-4D51-431C-9941-B0357D56DE08}">
      <dgm:prSet/>
      <dgm:spPr/>
      <dgm:t>
        <a:bodyPr/>
        <a:lstStyle/>
        <a:p>
          <a:r>
            <a:rPr lang="en-US" b="1"/>
            <a:t>7. Scikit-learn Docs</a:t>
          </a:r>
          <a:r>
            <a:rPr lang="en-US"/>
            <a:t> – https://scikit-learn.org/stable/</a:t>
          </a:r>
        </a:p>
      </dgm:t>
    </dgm:pt>
    <dgm:pt modelId="{E616DBA2-7F8D-482A-AC89-DB4FF84C3E30}" type="parTrans" cxnId="{94F20615-7B52-4BF6-8656-54B2F425AE87}">
      <dgm:prSet/>
      <dgm:spPr/>
      <dgm:t>
        <a:bodyPr/>
        <a:lstStyle/>
        <a:p>
          <a:endParaRPr lang="en-US"/>
        </a:p>
      </dgm:t>
    </dgm:pt>
    <dgm:pt modelId="{C4A852B4-5CDD-4433-8FD0-1EAC68D6494E}" type="sibTrans" cxnId="{94F20615-7B52-4BF6-8656-54B2F425AE87}">
      <dgm:prSet/>
      <dgm:spPr/>
      <dgm:t>
        <a:bodyPr/>
        <a:lstStyle/>
        <a:p>
          <a:endParaRPr lang="en-US"/>
        </a:p>
      </dgm:t>
    </dgm:pt>
    <dgm:pt modelId="{DE955B05-2C5F-4086-8DC6-D13F3502CAC4}">
      <dgm:prSet/>
      <dgm:spPr/>
      <dgm:t>
        <a:bodyPr/>
        <a:lstStyle/>
        <a:p>
          <a:r>
            <a:rPr lang="en-US" b="1"/>
            <a:t>Why</a:t>
          </a:r>
          <a:r>
            <a:rPr lang="en-US"/>
            <a:t>: Core ML algorithms with excellent documentation.</a:t>
          </a:r>
        </a:p>
      </dgm:t>
    </dgm:pt>
    <dgm:pt modelId="{25C4B928-7C1B-485D-A0CE-07AC1DCB7AF8}" type="parTrans" cxnId="{4778139D-192D-4768-8DC4-2802ABB96A33}">
      <dgm:prSet/>
      <dgm:spPr/>
      <dgm:t>
        <a:bodyPr/>
        <a:lstStyle/>
        <a:p>
          <a:endParaRPr lang="en-US"/>
        </a:p>
      </dgm:t>
    </dgm:pt>
    <dgm:pt modelId="{BE33FC2F-15FA-4188-9F3B-DFD5C3D6B571}" type="sibTrans" cxnId="{4778139D-192D-4768-8DC4-2802ABB96A33}">
      <dgm:prSet/>
      <dgm:spPr/>
      <dgm:t>
        <a:bodyPr/>
        <a:lstStyle/>
        <a:p>
          <a:endParaRPr lang="en-US"/>
        </a:p>
      </dgm:t>
    </dgm:pt>
    <dgm:pt modelId="{96EEF3D2-BA71-4D2A-B8E8-8E5517FE2552}">
      <dgm:prSet/>
      <dgm:spPr/>
      <dgm:t>
        <a:bodyPr/>
        <a:lstStyle/>
        <a:p>
          <a:r>
            <a:rPr lang="en-US" b="1" dirty="0"/>
            <a:t>Best For</a:t>
          </a:r>
          <a:r>
            <a:rPr lang="en-US" dirty="0"/>
            <a:t>: Learning supervised/unsupervised ML in Python.</a:t>
          </a:r>
        </a:p>
      </dgm:t>
    </dgm:pt>
    <dgm:pt modelId="{794F7BEE-0547-49D5-9F51-EADC353CC132}" type="parTrans" cxnId="{66C72032-A6EF-4E18-A39C-520416F68B63}">
      <dgm:prSet/>
      <dgm:spPr/>
      <dgm:t>
        <a:bodyPr/>
        <a:lstStyle/>
        <a:p>
          <a:endParaRPr lang="en-US"/>
        </a:p>
      </dgm:t>
    </dgm:pt>
    <dgm:pt modelId="{0EAAF716-C75B-4EBD-A041-C2DC02358966}" type="sibTrans" cxnId="{66C72032-A6EF-4E18-A39C-520416F68B63}">
      <dgm:prSet/>
      <dgm:spPr/>
      <dgm:t>
        <a:bodyPr/>
        <a:lstStyle/>
        <a:p>
          <a:endParaRPr lang="en-US"/>
        </a:p>
      </dgm:t>
    </dgm:pt>
    <dgm:pt modelId="{E66F4B40-A42D-4E37-9E9B-EF4534886E05}">
      <dgm:prSet/>
      <dgm:spPr/>
      <dgm:t>
        <a:bodyPr/>
        <a:lstStyle/>
        <a:p>
          <a:r>
            <a:rPr lang="en-US" b="1"/>
            <a:t>8. Fast.ai</a:t>
          </a:r>
          <a:r>
            <a:rPr lang="en-US"/>
            <a:t> – </a:t>
          </a:r>
          <a:r>
            <a:rPr lang="en-US">
              <a:hlinkClick xmlns:r="http://schemas.openxmlformats.org/officeDocument/2006/relationships" r:id="rId2"/>
            </a:rPr>
            <a:t>https://www.fast.ai</a:t>
          </a:r>
          <a:endParaRPr lang="en-US"/>
        </a:p>
      </dgm:t>
    </dgm:pt>
    <dgm:pt modelId="{A16EAF6C-399F-484F-B6C6-E69F6369ED35}" type="parTrans" cxnId="{A5EF7C25-18F8-41EB-AC5A-0915B09128E1}">
      <dgm:prSet/>
      <dgm:spPr/>
      <dgm:t>
        <a:bodyPr/>
        <a:lstStyle/>
        <a:p>
          <a:endParaRPr lang="en-US"/>
        </a:p>
      </dgm:t>
    </dgm:pt>
    <dgm:pt modelId="{AD6FC01F-8BE1-419D-B40A-4864827D4620}" type="sibTrans" cxnId="{A5EF7C25-18F8-41EB-AC5A-0915B09128E1}">
      <dgm:prSet/>
      <dgm:spPr/>
      <dgm:t>
        <a:bodyPr/>
        <a:lstStyle/>
        <a:p>
          <a:endParaRPr lang="en-US"/>
        </a:p>
      </dgm:t>
    </dgm:pt>
    <dgm:pt modelId="{35E6BE57-FF12-4317-AAB1-12BF7ED26C68}">
      <dgm:prSet/>
      <dgm:spPr/>
      <dgm:t>
        <a:bodyPr/>
        <a:lstStyle/>
        <a:p>
          <a:r>
            <a:rPr lang="en-US" b="1"/>
            <a:t>Why</a:t>
          </a:r>
          <a:r>
            <a:rPr lang="en-US"/>
            <a:t>: Practical deep learning library built on PyTorch.</a:t>
          </a:r>
        </a:p>
      </dgm:t>
    </dgm:pt>
    <dgm:pt modelId="{9D27669D-03B5-4102-8AB9-6B589BC26288}" type="parTrans" cxnId="{9375210C-17FF-41CC-8CCA-A40ADDD1FCED}">
      <dgm:prSet/>
      <dgm:spPr/>
      <dgm:t>
        <a:bodyPr/>
        <a:lstStyle/>
        <a:p>
          <a:endParaRPr lang="en-US"/>
        </a:p>
      </dgm:t>
    </dgm:pt>
    <dgm:pt modelId="{F09848D2-78DD-4840-9064-AEE35673B81C}" type="sibTrans" cxnId="{9375210C-17FF-41CC-8CCA-A40ADDD1FCED}">
      <dgm:prSet/>
      <dgm:spPr/>
      <dgm:t>
        <a:bodyPr/>
        <a:lstStyle/>
        <a:p>
          <a:endParaRPr lang="en-US"/>
        </a:p>
      </dgm:t>
    </dgm:pt>
    <dgm:pt modelId="{A6A78CD3-30C2-41BD-AD1B-BCBCE4CC5958}">
      <dgm:prSet/>
      <dgm:spPr/>
      <dgm:t>
        <a:bodyPr/>
        <a:lstStyle/>
        <a:p>
          <a:r>
            <a:rPr lang="en-US" b="1"/>
            <a:t>Best For</a:t>
          </a:r>
          <a:r>
            <a:rPr lang="en-US"/>
            <a:t>: Beginners to intermediate coders wanting quick wins.</a:t>
          </a:r>
        </a:p>
      </dgm:t>
    </dgm:pt>
    <dgm:pt modelId="{7A5C5BE5-C354-48E9-A19E-8596DAE752EC}" type="parTrans" cxnId="{0478EDDA-CE7B-4298-9B3A-BDF95AB6B396}">
      <dgm:prSet/>
      <dgm:spPr/>
      <dgm:t>
        <a:bodyPr/>
        <a:lstStyle/>
        <a:p>
          <a:endParaRPr lang="en-US"/>
        </a:p>
      </dgm:t>
    </dgm:pt>
    <dgm:pt modelId="{A5CCE627-C03B-4975-A9CC-03D8B94497E0}" type="sibTrans" cxnId="{0478EDDA-CE7B-4298-9B3A-BDF95AB6B396}">
      <dgm:prSet/>
      <dgm:spPr/>
      <dgm:t>
        <a:bodyPr/>
        <a:lstStyle/>
        <a:p>
          <a:endParaRPr lang="en-US"/>
        </a:p>
      </dgm:t>
    </dgm:pt>
    <dgm:pt modelId="{EF79C2E7-8AD7-4F4F-9914-8C4AFBAEF88C}" type="pres">
      <dgm:prSet presAssocID="{237660D7-2CCF-482D-97AB-AAE323D4DB85}" presName="linear" presStyleCnt="0">
        <dgm:presLayoutVars>
          <dgm:dir/>
          <dgm:animLvl val="lvl"/>
          <dgm:resizeHandles val="exact"/>
        </dgm:presLayoutVars>
      </dgm:prSet>
      <dgm:spPr/>
    </dgm:pt>
    <dgm:pt modelId="{3305CCB2-81B9-445F-BDE9-12BBC2CCA50B}" type="pres">
      <dgm:prSet presAssocID="{90014C1C-E372-4177-8F8B-504F27648B52}" presName="parentLin" presStyleCnt="0"/>
      <dgm:spPr/>
    </dgm:pt>
    <dgm:pt modelId="{C0D8ACEF-F6DB-490E-81DD-BBA6A37B624A}" type="pres">
      <dgm:prSet presAssocID="{90014C1C-E372-4177-8F8B-504F27648B52}" presName="parentLeftMargin" presStyleLbl="node1" presStyleIdx="0" presStyleCnt="3"/>
      <dgm:spPr/>
    </dgm:pt>
    <dgm:pt modelId="{D23E675B-67B7-409C-9852-A110A85ACC09}" type="pres">
      <dgm:prSet presAssocID="{90014C1C-E372-4177-8F8B-504F27648B5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1492A43-60DB-41A8-A790-B7DACBE9E14A}" type="pres">
      <dgm:prSet presAssocID="{90014C1C-E372-4177-8F8B-504F27648B52}" presName="negativeSpace" presStyleCnt="0"/>
      <dgm:spPr/>
    </dgm:pt>
    <dgm:pt modelId="{BFD8590B-6DED-4F57-92D7-83D27C0745E1}" type="pres">
      <dgm:prSet presAssocID="{90014C1C-E372-4177-8F8B-504F27648B52}" presName="childText" presStyleLbl="conFgAcc1" presStyleIdx="0" presStyleCnt="3">
        <dgm:presLayoutVars>
          <dgm:bulletEnabled val="1"/>
        </dgm:presLayoutVars>
      </dgm:prSet>
      <dgm:spPr/>
    </dgm:pt>
    <dgm:pt modelId="{9C07695E-DE8A-4124-9097-405C4C004243}" type="pres">
      <dgm:prSet presAssocID="{C18AE01C-FD5D-454D-83DB-40ED42094AD3}" presName="spaceBetweenRectangles" presStyleCnt="0"/>
      <dgm:spPr/>
    </dgm:pt>
    <dgm:pt modelId="{B897637D-11CE-452B-B637-7B4C967A9D40}" type="pres">
      <dgm:prSet presAssocID="{33AC1200-4D51-431C-9941-B0357D56DE08}" presName="parentLin" presStyleCnt="0"/>
      <dgm:spPr/>
    </dgm:pt>
    <dgm:pt modelId="{D9080303-5EF4-46F3-9F2A-E480B497DBB1}" type="pres">
      <dgm:prSet presAssocID="{33AC1200-4D51-431C-9941-B0357D56DE08}" presName="parentLeftMargin" presStyleLbl="node1" presStyleIdx="0" presStyleCnt="3"/>
      <dgm:spPr/>
    </dgm:pt>
    <dgm:pt modelId="{11E17F51-8065-48D7-A5A3-95FF918AEF71}" type="pres">
      <dgm:prSet presAssocID="{33AC1200-4D51-431C-9941-B0357D56DE0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F2FD6CE-3D26-48D3-BFAC-7C7A98F8A823}" type="pres">
      <dgm:prSet presAssocID="{33AC1200-4D51-431C-9941-B0357D56DE08}" presName="negativeSpace" presStyleCnt="0"/>
      <dgm:spPr/>
    </dgm:pt>
    <dgm:pt modelId="{EA26BECC-AF31-4E27-8962-EC527C81FD34}" type="pres">
      <dgm:prSet presAssocID="{33AC1200-4D51-431C-9941-B0357D56DE08}" presName="childText" presStyleLbl="conFgAcc1" presStyleIdx="1" presStyleCnt="3">
        <dgm:presLayoutVars>
          <dgm:bulletEnabled val="1"/>
        </dgm:presLayoutVars>
      </dgm:prSet>
      <dgm:spPr/>
    </dgm:pt>
    <dgm:pt modelId="{EA486A69-781B-4ABB-86C0-C092FA25018E}" type="pres">
      <dgm:prSet presAssocID="{C4A852B4-5CDD-4433-8FD0-1EAC68D6494E}" presName="spaceBetweenRectangles" presStyleCnt="0"/>
      <dgm:spPr/>
    </dgm:pt>
    <dgm:pt modelId="{088C39D6-5A84-47A8-B541-451B0C68C280}" type="pres">
      <dgm:prSet presAssocID="{E66F4B40-A42D-4E37-9E9B-EF4534886E05}" presName="parentLin" presStyleCnt="0"/>
      <dgm:spPr/>
    </dgm:pt>
    <dgm:pt modelId="{3FB3586B-99A9-40D6-BCA8-26F97BBC7391}" type="pres">
      <dgm:prSet presAssocID="{E66F4B40-A42D-4E37-9E9B-EF4534886E05}" presName="parentLeftMargin" presStyleLbl="node1" presStyleIdx="1" presStyleCnt="3"/>
      <dgm:spPr/>
    </dgm:pt>
    <dgm:pt modelId="{DCFC1490-4132-4735-9987-D5328B2A43B1}" type="pres">
      <dgm:prSet presAssocID="{E66F4B40-A42D-4E37-9E9B-EF4534886E0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4751F26-9C82-4D29-99E5-7129733BF73B}" type="pres">
      <dgm:prSet presAssocID="{E66F4B40-A42D-4E37-9E9B-EF4534886E05}" presName="negativeSpace" presStyleCnt="0"/>
      <dgm:spPr/>
    </dgm:pt>
    <dgm:pt modelId="{53017F76-5008-491D-843B-AB17D3E05CA6}" type="pres">
      <dgm:prSet presAssocID="{E66F4B40-A42D-4E37-9E9B-EF4534886E0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375210C-17FF-41CC-8CCA-A40ADDD1FCED}" srcId="{E66F4B40-A42D-4E37-9E9B-EF4534886E05}" destId="{35E6BE57-FF12-4317-AAB1-12BF7ED26C68}" srcOrd="0" destOrd="0" parTransId="{9D27669D-03B5-4102-8AB9-6B589BC26288}" sibTransId="{F09848D2-78DD-4840-9064-AEE35673B81C}"/>
    <dgm:cxn modelId="{94F20615-7B52-4BF6-8656-54B2F425AE87}" srcId="{237660D7-2CCF-482D-97AB-AAE323D4DB85}" destId="{33AC1200-4D51-431C-9941-B0357D56DE08}" srcOrd="1" destOrd="0" parTransId="{E616DBA2-7F8D-482A-AC89-DB4FF84C3E30}" sibTransId="{C4A852B4-5CDD-4433-8FD0-1EAC68D6494E}"/>
    <dgm:cxn modelId="{938A161F-13ED-41C3-9494-965CD5F23854}" type="presOf" srcId="{90014C1C-E372-4177-8F8B-504F27648B52}" destId="{D23E675B-67B7-409C-9852-A110A85ACC09}" srcOrd="1" destOrd="0" presId="urn:microsoft.com/office/officeart/2005/8/layout/list1"/>
    <dgm:cxn modelId="{A5EF7C25-18F8-41EB-AC5A-0915B09128E1}" srcId="{237660D7-2CCF-482D-97AB-AAE323D4DB85}" destId="{E66F4B40-A42D-4E37-9E9B-EF4534886E05}" srcOrd="2" destOrd="0" parTransId="{A16EAF6C-399F-484F-B6C6-E69F6369ED35}" sibTransId="{AD6FC01F-8BE1-419D-B40A-4864827D4620}"/>
    <dgm:cxn modelId="{99C9F126-6924-4589-8BA4-197D8ABA4DF7}" type="presOf" srcId="{33AC1200-4D51-431C-9941-B0357D56DE08}" destId="{D9080303-5EF4-46F3-9F2A-E480B497DBB1}" srcOrd="0" destOrd="0" presId="urn:microsoft.com/office/officeart/2005/8/layout/list1"/>
    <dgm:cxn modelId="{14FF8129-904F-4698-8BB3-246708E1FE6B}" type="presOf" srcId="{33AC1200-4D51-431C-9941-B0357D56DE08}" destId="{11E17F51-8065-48D7-A5A3-95FF918AEF71}" srcOrd="1" destOrd="0" presId="urn:microsoft.com/office/officeart/2005/8/layout/list1"/>
    <dgm:cxn modelId="{66C72032-A6EF-4E18-A39C-520416F68B63}" srcId="{33AC1200-4D51-431C-9941-B0357D56DE08}" destId="{96EEF3D2-BA71-4D2A-B8E8-8E5517FE2552}" srcOrd="1" destOrd="0" parTransId="{794F7BEE-0547-49D5-9F51-EADC353CC132}" sibTransId="{0EAAF716-C75B-4EBD-A041-C2DC02358966}"/>
    <dgm:cxn modelId="{D2EE3438-B795-443C-A791-72E670E0DA57}" type="presOf" srcId="{35E6BE57-FF12-4317-AAB1-12BF7ED26C68}" destId="{53017F76-5008-491D-843B-AB17D3E05CA6}" srcOrd="0" destOrd="0" presId="urn:microsoft.com/office/officeart/2005/8/layout/list1"/>
    <dgm:cxn modelId="{AA487D39-8E8B-44E5-8162-A71B3F322C9C}" type="presOf" srcId="{DE955B05-2C5F-4086-8DC6-D13F3502CAC4}" destId="{EA26BECC-AF31-4E27-8962-EC527C81FD34}" srcOrd="0" destOrd="0" presId="urn:microsoft.com/office/officeart/2005/8/layout/list1"/>
    <dgm:cxn modelId="{DCC7784C-4457-42EA-A4DC-D9BB1CB09047}" type="presOf" srcId="{A1D2BC79-E72D-4278-8CD6-0FCB2E814115}" destId="{BFD8590B-6DED-4F57-92D7-83D27C0745E1}" srcOrd="0" destOrd="0" presId="urn:microsoft.com/office/officeart/2005/8/layout/list1"/>
    <dgm:cxn modelId="{01EFB977-81D1-4DC1-8AE4-BDC6BE786CCE}" type="presOf" srcId="{96EEF3D2-BA71-4D2A-B8E8-8E5517FE2552}" destId="{EA26BECC-AF31-4E27-8962-EC527C81FD34}" srcOrd="0" destOrd="1" presId="urn:microsoft.com/office/officeart/2005/8/layout/list1"/>
    <dgm:cxn modelId="{4778139D-192D-4768-8DC4-2802ABB96A33}" srcId="{33AC1200-4D51-431C-9941-B0357D56DE08}" destId="{DE955B05-2C5F-4086-8DC6-D13F3502CAC4}" srcOrd="0" destOrd="0" parTransId="{25C4B928-7C1B-485D-A0CE-07AC1DCB7AF8}" sibTransId="{BE33FC2F-15FA-4188-9F3B-DFD5C3D6B571}"/>
    <dgm:cxn modelId="{60CA65B7-4A70-492C-9A55-EBBF5E2A80C2}" type="presOf" srcId="{E66F4B40-A42D-4E37-9E9B-EF4534886E05}" destId="{3FB3586B-99A9-40D6-BCA8-26F97BBC7391}" srcOrd="0" destOrd="0" presId="urn:microsoft.com/office/officeart/2005/8/layout/list1"/>
    <dgm:cxn modelId="{94C0A5B9-3FBB-42FC-8847-57C6215B69F8}" type="presOf" srcId="{A6A78CD3-30C2-41BD-AD1B-BCBCE4CC5958}" destId="{53017F76-5008-491D-843B-AB17D3E05CA6}" srcOrd="0" destOrd="1" presId="urn:microsoft.com/office/officeart/2005/8/layout/list1"/>
    <dgm:cxn modelId="{D65719BA-64E9-4945-9107-4BA182891135}" srcId="{237660D7-2CCF-482D-97AB-AAE323D4DB85}" destId="{90014C1C-E372-4177-8F8B-504F27648B52}" srcOrd="0" destOrd="0" parTransId="{050FA5FD-4E8E-4B9A-A787-B447EACB2AE7}" sibTransId="{C18AE01C-FD5D-454D-83DB-40ED42094AD3}"/>
    <dgm:cxn modelId="{701AE4CA-C8B4-4C5A-BE0C-43357434D855}" type="presOf" srcId="{8B114662-36CF-47F0-80A0-231C182A8624}" destId="{BFD8590B-6DED-4F57-92D7-83D27C0745E1}" srcOrd="0" destOrd="1" presId="urn:microsoft.com/office/officeart/2005/8/layout/list1"/>
    <dgm:cxn modelId="{B7C710CC-F731-4424-B120-A60ADD52EB3D}" type="presOf" srcId="{E66F4B40-A42D-4E37-9E9B-EF4534886E05}" destId="{DCFC1490-4132-4735-9987-D5328B2A43B1}" srcOrd="1" destOrd="0" presId="urn:microsoft.com/office/officeart/2005/8/layout/list1"/>
    <dgm:cxn modelId="{0478EDDA-CE7B-4298-9B3A-BDF95AB6B396}" srcId="{E66F4B40-A42D-4E37-9E9B-EF4534886E05}" destId="{A6A78CD3-30C2-41BD-AD1B-BCBCE4CC5958}" srcOrd="1" destOrd="0" parTransId="{7A5C5BE5-C354-48E9-A19E-8596DAE752EC}" sibTransId="{A5CCE627-C03B-4975-A9CC-03D8B94497E0}"/>
    <dgm:cxn modelId="{C56F12DF-09D4-49DD-8484-23AFC7499E60}" srcId="{90014C1C-E372-4177-8F8B-504F27648B52}" destId="{A1D2BC79-E72D-4278-8CD6-0FCB2E814115}" srcOrd="0" destOrd="0" parTransId="{2053D8D2-5AA1-4BA3-99D8-B20FF0F002B0}" sibTransId="{27AE0A47-7F06-479D-B856-243C6E353E8E}"/>
    <dgm:cxn modelId="{1C98EDEA-E662-4C22-8977-CB1BB03370FA}" type="presOf" srcId="{90014C1C-E372-4177-8F8B-504F27648B52}" destId="{C0D8ACEF-F6DB-490E-81DD-BBA6A37B624A}" srcOrd="0" destOrd="0" presId="urn:microsoft.com/office/officeart/2005/8/layout/list1"/>
    <dgm:cxn modelId="{E26786F4-539D-45C4-9672-D33E7179F4FF}" srcId="{90014C1C-E372-4177-8F8B-504F27648B52}" destId="{8B114662-36CF-47F0-80A0-231C182A8624}" srcOrd="1" destOrd="0" parTransId="{0B23F540-C484-47AE-819A-CE2F12A34FD8}" sibTransId="{BA884AF4-028A-4A4A-8BC6-DE9142D7802C}"/>
    <dgm:cxn modelId="{EE80F3F5-1E1C-4750-A8F0-F683E2DCDE54}" type="presOf" srcId="{237660D7-2CCF-482D-97AB-AAE323D4DB85}" destId="{EF79C2E7-8AD7-4F4F-9914-8C4AFBAEF88C}" srcOrd="0" destOrd="0" presId="urn:microsoft.com/office/officeart/2005/8/layout/list1"/>
    <dgm:cxn modelId="{F6BEDF88-7B1D-4E83-8B55-90917909ADF2}" type="presParOf" srcId="{EF79C2E7-8AD7-4F4F-9914-8C4AFBAEF88C}" destId="{3305CCB2-81B9-445F-BDE9-12BBC2CCA50B}" srcOrd="0" destOrd="0" presId="urn:microsoft.com/office/officeart/2005/8/layout/list1"/>
    <dgm:cxn modelId="{28F1E47C-AB47-48C1-9350-283BFEEDB9CE}" type="presParOf" srcId="{3305CCB2-81B9-445F-BDE9-12BBC2CCA50B}" destId="{C0D8ACEF-F6DB-490E-81DD-BBA6A37B624A}" srcOrd="0" destOrd="0" presId="urn:microsoft.com/office/officeart/2005/8/layout/list1"/>
    <dgm:cxn modelId="{E9D22EF6-D842-4FE8-A019-332772D9B2B7}" type="presParOf" srcId="{3305CCB2-81B9-445F-BDE9-12BBC2CCA50B}" destId="{D23E675B-67B7-409C-9852-A110A85ACC09}" srcOrd="1" destOrd="0" presId="urn:microsoft.com/office/officeart/2005/8/layout/list1"/>
    <dgm:cxn modelId="{B3869209-283C-4236-A6F5-A614AC68A019}" type="presParOf" srcId="{EF79C2E7-8AD7-4F4F-9914-8C4AFBAEF88C}" destId="{71492A43-60DB-41A8-A790-B7DACBE9E14A}" srcOrd="1" destOrd="0" presId="urn:microsoft.com/office/officeart/2005/8/layout/list1"/>
    <dgm:cxn modelId="{E30D75CE-B7C1-4C4B-8DE3-81E535286F3C}" type="presParOf" srcId="{EF79C2E7-8AD7-4F4F-9914-8C4AFBAEF88C}" destId="{BFD8590B-6DED-4F57-92D7-83D27C0745E1}" srcOrd="2" destOrd="0" presId="urn:microsoft.com/office/officeart/2005/8/layout/list1"/>
    <dgm:cxn modelId="{CBBD8F97-BE07-40BA-B323-B7560FAAF603}" type="presParOf" srcId="{EF79C2E7-8AD7-4F4F-9914-8C4AFBAEF88C}" destId="{9C07695E-DE8A-4124-9097-405C4C004243}" srcOrd="3" destOrd="0" presId="urn:microsoft.com/office/officeart/2005/8/layout/list1"/>
    <dgm:cxn modelId="{91BFCEE6-A8E7-4E29-9110-4DDE819F59FA}" type="presParOf" srcId="{EF79C2E7-8AD7-4F4F-9914-8C4AFBAEF88C}" destId="{B897637D-11CE-452B-B637-7B4C967A9D40}" srcOrd="4" destOrd="0" presId="urn:microsoft.com/office/officeart/2005/8/layout/list1"/>
    <dgm:cxn modelId="{A0AEC1D1-4A8C-4A8D-92E6-B80141723D0B}" type="presParOf" srcId="{B897637D-11CE-452B-B637-7B4C967A9D40}" destId="{D9080303-5EF4-46F3-9F2A-E480B497DBB1}" srcOrd="0" destOrd="0" presId="urn:microsoft.com/office/officeart/2005/8/layout/list1"/>
    <dgm:cxn modelId="{528AC3DB-CF85-4A74-8245-2085087E3E6E}" type="presParOf" srcId="{B897637D-11CE-452B-B637-7B4C967A9D40}" destId="{11E17F51-8065-48D7-A5A3-95FF918AEF71}" srcOrd="1" destOrd="0" presId="urn:microsoft.com/office/officeart/2005/8/layout/list1"/>
    <dgm:cxn modelId="{BCCBC84F-9F02-43FC-8896-80B371642E99}" type="presParOf" srcId="{EF79C2E7-8AD7-4F4F-9914-8C4AFBAEF88C}" destId="{6F2FD6CE-3D26-48D3-BFAC-7C7A98F8A823}" srcOrd="5" destOrd="0" presId="urn:microsoft.com/office/officeart/2005/8/layout/list1"/>
    <dgm:cxn modelId="{FA9984AF-29AA-4AB4-B8F5-17159B87607F}" type="presParOf" srcId="{EF79C2E7-8AD7-4F4F-9914-8C4AFBAEF88C}" destId="{EA26BECC-AF31-4E27-8962-EC527C81FD34}" srcOrd="6" destOrd="0" presId="urn:microsoft.com/office/officeart/2005/8/layout/list1"/>
    <dgm:cxn modelId="{DBD0B15B-CBAF-423A-AF78-DAC78ADE8C59}" type="presParOf" srcId="{EF79C2E7-8AD7-4F4F-9914-8C4AFBAEF88C}" destId="{EA486A69-781B-4ABB-86C0-C092FA25018E}" srcOrd="7" destOrd="0" presId="urn:microsoft.com/office/officeart/2005/8/layout/list1"/>
    <dgm:cxn modelId="{03AFE8BE-EE96-4E66-9838-65668BABFFE7}" type="presParOf" srcId="{EF79C2E7-8AD7-4F4F-9914-8C4AFBAEF88C}" destId="{088C39D6-5A84-47A8-B541-451B0C68C280}" srcOrd="8" destOrd="0" presId="urn:microsoft.com/office/officeart/2005/8/layout/list1"/>
    <dgm:cxn modelId="{23CB3DA7-21FE-4B06-8EFD-B1B08EDC7D4F}" type="presParOf" srcId="{088C39D6-5A84-47A8-B541-451B0C68C280}" destId="{3FB3586B-99A9-40D6-BCA8-26F97BBC7391}" srcOrd="0" destOrd="0" presId="urn:microsoft.com/office/officeart/2005/8/layout/list1"/>
    <dgm:cxn modelId="{8D32DC5B-4544-46C8-B81B-BC669C0B0AB4}" type="presParOf" srcId="{088C39D6-5A84-47A8-B541-451B0C68C280}" destId="{DCFC1490-4132-4735-9987-D5328B2A43B1}" srcOrd="1" destOrd="0" presId="urn:microsoft.com/office/officeart/2005/8/layout/list1"/>
    <dgm:cxn modelId="{D978BD40-832E-4E20-9081-737A341C9A9D}" type="presParOf" srcId="{EF79C2E7-8AD7-4F4F-9914-8C4AFBAEF88C}" destId="{E4751F26-9C82-4D29-99E5-7129733BF73B}" srcOrd="9" destOrd="0" presId="urn:microsoft.com/office/officeart/2005/8/layout/list1"/>
    <dgm:cxn modelId="{FDAE046A-D26B-4553-B241-AD3B724E30B1}" type="presParOf" srcId="{EF79C2E7-8AD7-4F4F-9914-8C4AFBAEF88C}" destId="{53017F76-5008-491D-843B-AB17D3E05CA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F491123-FC2B-4D17-AAC2-F040CE8CE8EC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F122305-2024-44A3-BFA9-6473291FE1A0}">
      <dgm:prSet/>
      <dgm:spPr/>
      <dgm:t>
        <a:bodyPr/>
        <a:lstStyle/>
        <a:p>
          <a:r>
            <a:rPr lang="en-US" dirty="0"/>
            <a:t>2 minutes papers</a:t>
          </a:r>
        </a:p>
      </dgm:t>
    </dgm:pt>
    <dgm:pt modelId="{7378EE1E-1B09-47D2-B532-FB9B4107C537}" type="parTrans" cxnId="{031D5FA8-8990-47B9-BC25-AABFC2E5F4EA}">
      <dgm:prSet/>
      <dgm:spPr/>
      <dgm:t>
        <a:bodyPr/>
        <a:lstStyle/>
        <a:p>
          <a:endParaRPr lang="en-US"/>
        </a:p>
      </dgm:t>
    </dgm:pt>
    <dgm:pt modelId="{C0BB2996-3211-4E0A-8F97-656A53C44769}" type="sibTrans" cxnId="{031D5FA8-8990-47B9-BC25-AABFC2E5F4EA}">
      <dgm:prSet/>
      <dgm:spPr/>
      <dgm:t>
        <a:bodyPr/>
        <a:lstStyle/>
        <a:p>
          <a:endParaRPr lang="en-US"/>
        </a:p>
      </dgm:t>
    </dgm:pt>
    <dgm:pt modelId="{24A48D63-B383-4E5A-9487-F6FA6A9A4460}">
      <dgm:prSet/>
      <dgm:spPr/>
      <dgm:t>
        <a:bodyPr/>
        <a:lstStyle/>
        <a:p>
          <a:r>
            <a:rPr lang="en-US"/>
            <a:t>ai explained</a:t>
          </a:r>
        </a:p>
      </dgm:t>
    </dgm:pt>
    <dgm:pt modelId="{8DC6422B-5B38-4880-A88F-C9838876055D}" type="parTrans" cxnId="{7319527F-9561-4DFC-82B8-4CF4A5F82FC1}">
      <dgm:prSet/>
      <dgm:spPr/>
      <dgm:t>
        <a:bodyPr/>
        <a:lstStyle/>
        <a:p>
          <a:endParaRPr lang="en-US"/>
        </a:p>
      </dgm:t>
    </dgm:pt>
    <dgm:pt modelId="{59C75495-E835-4294-A94E-3A5753191518}" type="sibTrans" cxnId="{7319527F-9561-4DFC-82B8-4CF4A5F82FC1}">
      <dgm:prSet/>
      <dgm:spPr/>
      <dgm:t>
        <a:bodyPr/>
        <a:lstStyle/>
        <a:p>
          <a:endParaRPr lang="en-US"/>
        </a:p>
      </dgm:t>
    </dgm:pt>
    <dgm:pt modelId="{DD94566C-EEB7-4C6F-B052-466B117E3AE4}">
      <dgm:prSet/>
      <dgm:spPr/>
      <dgm:t>
        <a:bodyPr/>
        <a:lstStyle/>
        <a:p>
          <a:r>
            <a:rPr lang="en-US"/>
            <a:t>matt wolfe</a:t>
          </a:r>
        </a:p>
      </dgm:t>
    </dgm:pt>
    <dgm:pt modelId="{E655A8AD-4D5C-41D5-8BF4-43518FCAA72B}" type="parTrans" cxnId="{BE70E1C9-9EFE-4786-87DA-A070ADA7427F}">
      <dgm:prSet/>
      <dgm:spPr/>
      <dgm:t>
        <a:bodyPr/>
        <a:lstStyle/>
        <a:p>
          <a:endParaRPr lang="en-US"/>
        </a:p>
      </dgm:t>
    </dgm:pt>
    <dgm:pt modelId="{54620722-5E80-4DEA-BA68-EC7F53FBC1C2}" type="sibTrans" cxnId="{BE70E1C9-9EFE-4786-87DA-A070ADA7427F}">
      <dgm:prSet/>
      <dgm:spPr/>
      <dgm:t>
        <a:bodyPr/>
        <a:lstStyle/>
        <a:p>
          <a:endParaRPr lang="en-US"/>
        </a:p>
      </dgm:t>
    </dgm:pt>
    <dgm:pt modelId="{EEE902DF-4DE7-4ED0-9580-A1ED6C4C94E0}">
      <dgm:prSet/>
      <dgm:spPr/>
      <dgm:t>
        <a:bodyPr/>
        <a:lstStyle/>
        <a:p>
          <a:r>
            <a:rPr lang="en-US"/>
            <a:t>deeplearning.ai</a:t>
          </a:r>
        </a:p>
      </dgm:t>
    </dgm:pt>
    <dgm:pt modelId="{5280EC9B-24FF-445B-9242-1300361A86D5}" type="parTrans" cxnId="{F1C58963-C99D-445F-933A-9107F1874AD2}">
      <dgm:prSet/>
      <dgm:spPr/>
      <dgm:t>
        <a:bodyPr/>
        <a:lstStyle/>
        <a:p>
          <a:endParaRPr lang="en-US"/>
        </a:p>
      </dgm:t>
    </dgm:pt>
    <dgm:pt modelId="{A1E06960-F345-4F32-8046-DDF35177603B}" type="sibTrans" cxnId="{F1C58963-C99D-445F-933A-9107F1874AD2}">
      <dgm:prSet/>
      <dgm:spPr/>
      <dgm:t>
        <a:bodyPr/>
        <a:lstStyle/>
        <a:p>
          <a:endParaRPr lang="en-US"/>
        </a:p>
      </dgm:t>
    </dgm:pt>
    <dgm:pt modelId="{31C95E3F-43D5-43E1-949D-E7F9C51498C9}">
      <dgm:prSet/>
      <dgm:spPr/>
      <dgm:t>
        <a:bodyPr/>
        <a:lstStyle/>
        <a:p>
          <a:r>
            <a:rPr lang="en-US"/>
            <a:t>the ai advantage</a:t>
          </a:r>
        </a:p>
      </dgm:t>
    </dgm:pt>
    <dgm:pt modelId="{599EA9D1-7D6D-44AA-AE99-6156E4B30307}" type="parTrans" cxnId="{46DFC9FB-8809-4A0E-A2B1-D9565BA726F4}">
      <dgm:prSet/>
      <dgm:spPr/>
      <dgm:t>
        <a:bodyPr/>
        <a:lstStyle/>
        <a:p>
          <a:endParaRPr lang="en-US"/>
        </a:p>
      </dgm:t>
    </dgm:pt>
    <dgm:pt modelId="{70B452B4-BFC3-4504-ABDF-0111A05993EA}" type="sibTrans" cxnId="{46DFC9FB-8809-4A0E-A2B1-D9565BA726F4}">
      <dgm:prSet/>
      <dgm:spPr/>
      <dgm:t>
        <a:bodyPr/>
        <a:lstStyle/>
        <a:p>
          <a:endParaRPr lang="en-US"/>
        </a:p>
      </dgm:t>
    </dgm:pt>
    <dgm:pt modelId="{2DBDB19E-BCE8-4C26-8CD6-8680052ED131}">
      <dgm:prSet/>
      <dgm:spPr/>
      <dgm:t>
        <a:bodyPr/>
        <a:lstStyle/>
        <a:p>
          <a:r>
            <a:rPr lang="en-US"/>
            <a:t>mattvidpro</a:t>
          </a:r>
        </a:p>
      </dgm:t>
    </dgm:pt>
    <dgm:pt modelId="{A8EADBF0-F083-440D-8297-CA0885825014}" type="parTrans" cxnId="{AA7FDA53-13AB-4883-8324-81BC39C5441B}">
      <dgm:prSet/>
      <dgm:spPr/>
      <dgm:t>
        <a:bodyPr/>
        <a:lstStyle/>
        <a:p>
          <a:endParaRPr lang="en-US"/>
        </a:p>
      </dgm:t>
    </dgm:pt>
    <dgm:pt modelId="{35703DDB-AF59-43D3-9DEF-E9ED206B674F}" type="sibTrans" cxnId="{AA7FDA53-13AB-4883-8324-81BC39C5441B}">
      <dgm:prSet/>
      <dgm:spPr/>
      <dgm:t>
        <a:bodyPr/>
        <a:lstStyle/>
        <a:p>
          <a:endParaRPr lang="en-US"/>
        </a:p>
      </dgm:t>
    </dgm:pt>
    <dgm:pt modelId="{F57FAA15-5632-45B6-9D05-09032399D668}">
      <dgm:prSet/>
      <dgm:spPr/>
      <dgm:t>
        <a:bodyPr/>
        <a:lstStyle/>
        <a:p>
          <a:r>
            <a:rPr lang="en-US"/>
            <a:t>1blue3brown</a:t>
          </a:r>
        </a:p>
      </dgm:t>
    </dgm:pt>
    <dgm:pt modelId="{5E471926-1A7C-4888-B08C-DF2C49E0F104}" type="parTrans" cxnId="{8430C889-073E-45A9-8ED1-660BFFC13CCA}">
      <dgm:prSet/>
      <dgm:spPr/>
      <dgm:t>
        <a:bodyPr/>
        <a:lstStyle/>
        <a:p>
          <a:endParaRPr lang="en-US"/>
        </a:p>
      </dgm:t>
    </dgm:pt>
    <dgm:pt modelId="{5487F7E8-B849-431D-847C-210C4912DEC4}" type="sibTrans" cxnId="{8430C889-073E-45A9-8ED1-660BFFC13CCA}">
      <dgm:prSet/>
      <dgm:spPr/>
      <dgm:t>
        <a:bodyPr/>
        <a:lstStyle/>
        <a:p>
          <a:endParaRPr lang="en-US"/>
        </a:p>
      </dgm:t>
    </dgm:pt>
    <dgm:pt modelId="{143F0876-4A71-407C-BB13-65843FEB8F2E}">
      <dgm:prSet/>
      <dgm:spPr/>
      <dgm:t>
        <a:bodyPr/>
        <a:lstStyle/>
        <a:p>
          <a:r>
            <a:rPr lang="en-US" dirty="0"/>
            <a:t>Bhavesh Bhatt</a:t>
          </a:r>
        </a:p>
      </dgm:t>
    </dgm:pt>
    <dgm:pt modelId="{624D514E-0B01-4734-9E77-474CC71AC045}" type="parTrans" cxnId="{8C9E6475-6638-4A88-B57E-CD1BCC9313FE}">
      <dgm:prSet/>
      <dgm:spPr/>
      <dgm:t>
        <a:bodyPr/>
        <a:lstStyle/>
        <a:p>
          <a:endParaRPr lang="en-US"/>
        </a:p>
      </dgm:t>
    </dgm:pt>
    <dgm:pt modelId="{98BAE60F-63C9-4784-A579-8CC2B3D567DA}" type="sibTrans" cxnId="{8C9E6475-6638-4A88-B57E-CD1BCC9313FE}">
      <dgm:prSet/>
      <dgm:spPr/>
      <dgm:t>
        <a:bodyPr/>
        <a:lstStyle/>
        <a:p>
          <a:endParaRPr lang="en-US"/>
        </a:p>
      </dgm:t>
    </dgm:pt>
    <dgm:pt modelId="{4B46AED4-4577-4B7D-91AA-4CBA0A550CE5}" type="pres">
      <dgm:prSet presAssocID="{DF491123-FC2B-4D17-AAC2-F040CE8CE8EC}" presName="vert0" presStyleCnt="0">
        <dgm:presLayoutVars>
          <dgm:dir/>
          <dgm:animOne val="branch"/>
          <dgm:animLvl val="lvl"/>
        </dgm:presLayoutVars>
      </dgm:prSet>
      <dgm:spPr/>
    </dgm:pt>
    <dgm:pt modelId="{9E01DD30-E536-464F-B887-86D505EC76F1}" type="pres">
      <dgm:prSet presAssocID="{0F122305-2024-44A3-BFA9-6473291FE1A0}" presName="thickLine" presStyleLbl="alignNode1" presStyleIdx="0" presStyleCnt="8"/>
      <dgm:spPr/>
    </dgm:pt>
    <dgm:pt modelId="{71FBD0C6-2CA2-4DEF-BB7D-CA2A9F9258D8}" type="pres">
      <dgm:prSet presAssocID="{0F122305-2024-44A3-BFA9-6473291FE1A0}" presName="horz1" presStyleCnt="0"/>
      <dgm:spPr/>
    </dgm:pt>
    <dgm:pt modelId="{C2AE50EC-B5F1-4CDB-9585-DEE06C1566D0}" type="pres">
      <dgm:prSet presAssocID="{0F122305-2024-44A3-BFA9-6473291FE1A0}" presName="tx1" presStyleLbl="revTx" presStyleIdx="0" presStyleCnt="8"/>
      <dgm:spPr/>
    </dgm:pt>
    <dgm:pt modelId="{ECEF2F87-887F-4705-BC61-1E0E409421E0}" type="pres">
      <dgm:prSet presAssocID="{0F122305-2024-44A3-BFA9-6473291FE1A0}" presName="vert1" presStyleCnt="0"/>
      <dgm:spPr/>
    </dgm:pt>
    <dgm:pt modelId="{9200B95C-9BB9-445B-8132-B19C45A2C07C}" type="pres">
      <dgm:prSet presAssocID="{24A48D63-B383-4E5A-9487-F6FA6A9A4460}" presName="thickLine" presStyleLbl="alignNode1" presStyleIdx="1" presStyleCnt="8"/>
      <dgm:spPr/>
    </dgm:pt>
    <dgm:pt modelId="{A918C829-EC2A-4D96-8E18-D4DCC8988BAD}" type="pres">
      <dgm:prSet presAssocID="{24A48D63-B383-4E5A-9487-F6FA6A9A4460}" presName="horz1" presStyleCnt="0"/>
      <dgm:spPr/>
    </dgm:pt>
    <dgm:pt modelId="{13BAAE4A-F434-41F6-9899-674290BCCD37}" type="pres">
      <dgm:prSet presAssocID="{24A48D63-B383-4E5A-9487-F6FA6A9A4460}" presName="tx1" presStyleLbl="revTx" presStyleIdx="1" presStyleCnt="8"/>
      <dgm:spPr/>
    </dgm:pt>
    <dgm:pt modelId="{DCEDC7C7-51F9-4D2B-98F0-A53AE93DDAF7}" type="pres">
      <dgm:prSet presAssocID="{24A48D63-B383-4E5A-9487-F6FA6A9A4460}" presName="vert1" presStyleCnt="0"/>
      <dgm:spPr/>
    </dgm:pt>
    <dgm:pt modelId="{585508A9-A72A-47A7-9C3F-D5BCD80483A5}" type="pres">
      <dgm:prSet presAssocID="{DD94566C-EEB7-4C6F-B052-466B117E3AE4}" presName="thickLine" presStyleLbl="alignNode1" presStyleIdx="2" presStyleCnt="8"/>
      <dgm:spPr/>
    </dgm:pt>
    <dgm:pt modelId="{6FDE12EC-BB19-48F9-B2BB-5B2AE3E9957C}" type="pres">
      <dgm:prSet presAssocID="{DD94566C-EEB7-4C6F-B052-466B117E3AE4}" presName="horz1" presStyleCnt="0"/>
      <dgm:spPr/>
    </dgm:pt>
    <dgm:pt modelId="{AD6703F6-09B0-4DD5-9EF4-F3E3D729BE9E}" type="pres">
      <dgm:prSet presAssocID="{DD94566C-EEB7-4C6F-B052-466B117E3AE4}" presName="tx1" presStyleLbl="revTx" presStyleIdx="2" presStyleCnt="8"/>
      <dgm:spPr/>
    </dgm:pt>
    <dgm:pt modelId="{4B7312C1-EB53-4DF7-9AC7-552E8C34A42E}" type="pres">
      <dgm:prSet presAssocID="{DD94566C-EEB7-4C6F-B052-466B117E3AE4}" presName="vert1" presStyleCnt="0"/>
      <dgm:spPr/>
    </dgm:pt>
    <dgm:pt modelId="{4601594A-EFF0-4106-A5B0-8A053368A7C4}" type="pres">
      <dgm:prSet presAssocID="{EEE902DF-4DE7-4ED0-9580-A1ED6C4C94E0}" presName="thickLine" presStyleLbl="alignNode1" presStyleIdx="3" presStyleCnt="8"/>
      <dgm:spPr/>
    </dgm:pt>
    <dgm:pt modelId="{15552B20-BA82-4851-BD02-C53A5DE233ED}" type="pres">
      <dgm:prSet presAssocID="{EEE902DF-4DE7-4ED0-9580-A1ED6C4C94E0}" presName="horz1" presStyleCnt="0"/>
      <dgm:spPr/>
    </dgm:pt>
    <dgm:pt modelId="{8C813BAB-2EBA-4392-AA84-A8A5B0563251}" type="pres">
      <dgm:prSet presAssocID="{EEE902DF-4DE7-4ED0-9580-A1ED6C4C94E0}" presName="tx1" presStyleLbl="revTx" presStyleIdx="3" presStyleCnt="8"/>
      <dgm:spPr/>
    </dgm:pt>
    <dgm:pt modelId="{D611FCC1-D9FC-4D41-AB94-654AF75B2067}" type="pres">
      <dgm:prSet presAssocID="{EEE902DF-4DE7-4ED0-9580-A1ED6C4C94E0}" presName="vert1" presStyleCnt="0"/>
      <dgm:spPr/>
    </dgm:pt>
    <dgm:pt modelId="{51A88A76-4748-4A7A-90AB-759EC02684A2}" type="pres">
      <dgm:prSet presAssocID="{31C95E3F-43D5-43E1-949D-E7F9C51498C9}" presName="thickLine" presStyleLbl="alignNode1" presStyleIdx="4" presStyleCnt="8"/>
      <dgm:spPr/>
    </dgm:pt>
    <dgm:pt modelId="{329A9677-44B4-4FB9-AC12-B6D83785DCFF}" type="pres">
      <dgm:prSet presAssocID="{31C95E3F-43D5-43E1-949D-E7F9C51498C9}" presName="horz1" presStyleCnt="0"/>
      <dgm:spPr/>
    </dgm:pt>
    <dgm:pt modelId="{8C0FDB14-B9EF-4E75-95C9-6BCC2614D29F}" type="pres">
      <dgm:prSet presAssocID="{31C95E3F-43D5-43E1-949D-E7F9C51498C9}" presName="tx1" presStyleLbl="revTx" presStyleIdx="4" presStyleCnt="8"/>
      <dgm:spPr/>
    </dgm:pt>
    <dgm:pt modelId="{BE13ADC7-F9E1-4CBF-B26E-22F136785132}" type="pres">
      <dgm:prSet presAssocID="{31C95E3F-43D5-43E1-949D-E7F9C51498C9}" presName="vert1" presStyleCnt="0"/>
      <dgm:spPr/>
    </dgm:pt>
    <dgm:pt modelId="{4B1774DD-C7CB-4FF8-80CB-442E7D7A46A6}" type="pres">
      <dgm:prSet presAssocID="{2DBDB19E-BCE8-4C26-8CD6-8680052ED131}" presName="thickLine" presStyleLbl="alignNode1" presStyleIdx="5" presStyleCnt="8"/>
      <dgm:spPr/>
    </dgm:pt>
    <dgm:pt modelId="{9C443D38-7F0A-45A2-9E0C-7FBBC4379DF4}" type="pres">
      <dgm:prSet presAssocID="{2DBDB19E-BCE8-4C26-8CD6-8680052ED131}" presName="horz1" presStyleCnt="0"/>
      <dgm:spPr/>
    </dgm:pt>
    <dgm:pt modelId="{78BC969E-EE7F-4FE0-AF0E-4F2617E193F3}" type="pres">
      <dgm:prSet presAssocID="{2DBDB19E-BCE8-4C26-8CD6-8680052ED131}" presName="tx1" presStyleLbl="revTx" presStyleIdx="5" presStyleCnt="8"/>
      <dgm:spPr/>
    </dgm:pt>
    <dgm:pt modelId="{0C497690-BC96-440D-B335-E2A50C477ECE}" type="pres">
      <dgm:prSet presAssocID="{2DBDB19E-BCE8-4C26-8CD6-8680052ED131}" presName="vert1" presStyleCnt="0"/>
      <dgm:spPr/>
    </dgm:pt>
    <dgm:pt modelId="{B4FACA03-8C3F-445F-8640-DD1258F3B6D9}" type="pres">
      <dgm:prSet presAssocID="{F57FAA15-5632-45B6-9D05-09032399D668}" presName="thickLine" presStyleLbl="alignNode1" presStyleIdx="6" presStyleCnt="8"/>
      <dgm:spPr/>
    </dgm:pt>
    <dgm:pt modelId="{9C26823E-23F3-42A2-8B69-8564988FD146}" type="pres">
      <dgm:prSet presAssocID="{F57FAA15-5632-45B6-9D05-09032399D668}" presName="horz1" presStyleCnt="0"/>
      <dgm:spPr/>
    </dgm:pt>
    <dgm:pt modelId="{1641D86F-C7E0-4DCA-B2D4-90A66BCCF885}" type="pres">
      <dgm:prSet presAssocID="{F57FAA15-5632-45B6-9D05-09032399D668}" presName="tx1" presStyleLbl="revTx" presStyleIdx="6" presStyleCnt="8"/>
      <dgm:spPr/>
    </dgm:pt>
    <dgm:pt modelId="{24982C49-9270-424C-903A-38F8E82A5B89}" type="pres">
      <dgm:prSet presAssocID="{F57FAA15-5632-45B6-9D05-09032399D668}" presName="vert1" presStyleCnt="0"/>
      <dgm:spPr/>
    </dgm:pt>
    <dgm:pt modelId="{7B4721B4-EA5E-4243-8104-91ACD44EBC2B}" type="pres">
      <dgm:prSet presAssocID="{143F0876-4A71-407C-BB13-65843FEB8F2E}" presName="thickLine" presStyleLbl="alignNode1" presStyleIdx="7" presStyleCnt="8"/>
      <dgm:spPr/>
    </dgm:pt>
    <dgm:pt modelId="{BF747534-AB49-4993-9C77-7301950E0304}" type="pres">
      <dgm:prSet presAssocID="{143F0876-4A71-407C-BB13-65843FEB8F2E}" presName="horz1" presStyleCnt="0"/>
      <dgm:spPr/>
    </dgm:pt>
    <dgm:pt modelId="{99F3E065-9BAF-41CE-89AE-7970903AAD13}" type="pres">
      <dgm:prSet presAssocID="{143F0876-4A71-407C-BB13-65843FEB8F2E}" presName="tx1" presStyleLbl="revTx" presStyleIdx="7" presStyleCnt="8"/>
      <dgm:spPr/>
    </dgm:pt>
    <dgm:pt modelId="{233E1507-D58D-4923-A2E2-279CD6F9DFEF}" type="pres">
      <dgm:prSet presAssocID="{143F0876-4A71-407C-BB13-65843FEB8F2E}" presName="vert1" presStyleCnt="0"/>
      <dgm:spPr/>
    </dgm:pt>
  </dgm:ptLst>
  <dgm:cxnLst>
    <dgm:cxn modelId="{3BD9230A-CC67-466F-B71C-BBC6A7412BAE}" type="presOf" srcId="{EEE902DF-4DE7-4ED0-9580-A1ED6C4C94E0}" destId="{8C813BAB-2EBA-4392-AA84-A8A5B0563251}" srcOrd="0" destOrd="0" presId="urn:microsoft.com/office/officeart/2008/layout/LinedList"/>
    <dgm:cxn modelId="{F1C58963-C99D-445F-933A-9107F1874AD2}" srcId="{DF491123-FC2B-4D17-AAC2-F040CE8CE8EC}" destId="{EEE902DF-4DE7-4ED0-9580-A1ED6C4C94E0}" srcOrd="3" destOrd="0" parTransId="{5280EC9B-24FF-445B-9242-1300361A86D5}" sibTransId="{A1E06960-F345-4F32-8046-DDF35177603B}"/>
    <dgm:cxn modelId="{24290869-CAFD-488F-BBBC-26C9A15E941E}" type="presOf" srcId="{DF491123-FC2B-4D17-AAC2-F040CE8CE8EC}" destId="{4B46AED4-4577-4B7D-91AA-4CBA0A550CE5}" srcOrd="0" destOrd="0" presId="urn:microsoft.com/office/officeart/2008/layout/LinedList"/>
    <dgm:cxn modelId="{399B2053-E098-495E-AC79-5D8902877396}" type="presOf" srcId="{0F122305-2024-44A3-BFA9-6473291FE1A0}" destId="{C2AE50EC-B5F1-4CDB-9585-DEE06C1566D0}" srcOrd="0" destOrd="0" presId="urn:microsoft.com/office/officeart/2008/layout/LinedList"/>
    <dgm:cxn modelId="{AA7FDA53-13AB-4883-8324-81BC39C5441B}" srcId="{DF491123-FC2B-4D17-AAC2-F040CE8CE8EC}" destId="{2DBDB19E-BCE8-4C26-8CD6-8680052ED131}" srcOrd="5" destOrd="0" parTransId="{A8EADBF0-F083-440D-8297-CA0885825014}" sibTransId="{35703DDB-AF59-43D3-9DEF-E9ED206B674F}"/>
    <dgm:cxn modelId="{8C9E6475-6638-4A88-B57E-CD1BCC9313FE}" srcId="{DF491123-FC2B-4D17-AAC2-F040CE8CE8EC}" destId="{143F0876-4A71-407C-BB13-65843FEB8F2E}" srcOrd="7" destOrd="0" parTransId="{624D514E-0B01-4734-9E77-474CC71AC045}" sibTransId="{98BAE60F-63C9-4784-A579-8CC2B3D567DA}"/>
    <dgm:cxn modelId="{EA5AC57A-164C-459F-B81F-74F469F64CEA}" type="presOf" srcId="{24A48D63-B383-4E5A-9487-F6FA6A9A4460}" destId="{13BAAE4A-F434-41F6-9899-674290BCCD37}" srcOrd="0" destOrd="0" presId="urn:microsoft.com/office/officeart/2008/layout/LinedList"/>
    <dgm:cxn modelId="{7319527F-9561-4DFC-82B8-4CF4A5F82FC1}" srcId="{DF491123-FC2B-4D17-AAC2-F040CE8CE8EC}" destId="{24A48D63-B383-4E5A-9487-F6FA6A9A4460}" srcOrd="1" destOrd="0" parTransId="{8DC6422B-5B38-4880-A88F-C9838876055D}" sibTransId="{59C75495-E835-4294-A94E-3A5753191518}"/>
    <dgm:cxn modelId="{8430C889-073E-45A9-8ED1-660BFFC13CCA}" srcId="{DF491123-FC2B-4D17-AAC2-F040CE8CE8EC}" destId="{F57FAA15-5632-45B6-9D05-09032399D668}" srcOrd="6" destOrd="0" parTransId="{5E471926-1A7C-4888-B08C-DF2C49E0F104}" sibTransId="{5487F7E8-B849-431D-847C-210C4912DEC4}"/>
    <dgm:cxn modelId="{CD7A6D8F-B8FF-45A6-89EE-A83FFAC306C2}" type="presOf" srcId="{31C95E3F-43D5-43E1-949D-E7F9C51498C9}" destId="{8C0FDB14-B9EF-4E75-95C9-6BCC2614D29F}" srcOrd="0" destOrd="0" presId="urn:microsoft.com/office/officeart/2008/layout/LinedList"/>
    <dgm:cxn modelId="{4D2AD4A0-B83C-43ED-94A3-5BAB56E0C857}" type="presOf" srcId="{F57FAA15-5632-45B6-9D05-09032399D668}" destId="{1641D86F-C7E0-4DCA-B2D4-90A66BCCF885}" srcOrd="0" destOrd="0" presId="urn:microsoft.com/office/officeart/2008/layout/LinedList"/>
    <dgm:cxn modelId="{031D5FA8-8990-47B9-BC25-AABFC2E5F4EA}" srcId="{DF491123-FC2B-4D17-AAC2-F040CE8CE8EC}" destId="{0F122305-2024-44A3-BFA9-6473291FE1A0}" srcOrd="0" destOrd="0" parTransId="{7378EE1E-1B09-47D2-B532-FB9B4107C537}" sibTransId="{C0BB2996-3211-4E0A-8F97-656A53C44769}"/>
    <dgm:cxn modelId="{7E1199AD-4904-4306-BD1D-24A3D11D65C2}" type="presOf" srcId="{2DBDB19E-BCE8-4C26-8CD6-8680052ED131}" destId="{78BC969E-EE7F-4FE0-AF0E-4F2617E193F3}" srcOrd="0" destOrd="0" presId="urn:microsoft.com/office/officeart/2008/layout/LinedList"/>
    <dgm:cxn modelId="{BE70E1C9-9EFE-4786-87DA-A070ADA7427F}" srcId="{DF491123-FC2B-4D17-AAC2-F040CE8CE8EC}" destId="{DD94566C-EEB7-4C6F-B052-466B117E3AE4}" srcOrd="2" destOrd="0" parTransId="{E655A8AD-4D5C-41D5-8BF4-43518FCAA72B}" sibTransId="{54620722-5E80-4DEA-BA68-EC7F53FBC1C2}"/>
    <dgm:cxn modelId="{FB4F65DF-B757-4A05-950B-6DA4134CF4C6}" type="presOf" srcId="{DD94566C-EEB7-4C6F-B052-466B117E3AE4}" destId="{AD6703F6-09B0-4DD5-9EF4-F3E3D729BE9E}" srcOrd="0" destOrd="0" presId="urn:microsoft.com/office/officeart/2008/layout/LinedList"/>
    <dgm:cxn modelId="{E9B256FA-3EB6-44F2-9F52-B8BBAF3838A0}" type="presOf" srcId="{143F0876-4A71-407C-BB13-65843FEB8F2E}" destId="{99F3E065-9BAF-41CE-89AE-7970903AAD13}" srcOrd="0" destOrd="0" presId="urn:microsoft.com/office/officeart/2008/layout/LinedList"/>
    <dgm:cxn modelId="{46DFC9FB-8809-4A0E-A2B1-D9565BA726F4}" srcId="{DF491123-FC2B-4D17-AAC2-F040CE8CE8EC}" destId="{31C95E3F-43D5-43E1-949D-E7F9C51498C9}" srcOrd="4" destOrd="0" parTransId="{599EA9D1-7D6D-44AA-AE99-6156E4B30307}" sibTransId="{70B452B4-BFC3-4504-ABDF-0111A05993EA}"/>
    <dgm:cxn modelId="{26FE6C7F-3795-4BB1-B0D3-C03EE16D54D0}" type="presParOf" srcId="{4B46AED4-4577-4B7D-91AA-4CBA0A550CE5}" destId="{9E01DD30-E536-464F-B887-86D505EC76F1}" srcOrd="0" destOrd="0" presId="urn:microsoft.com/office/officeart/2008/layout/LinedList"/>
    <dgm:cxn modelId="{159AA13A-235D-468C-B899-5C88026930C4}" type="presParOf" srcId="{4B46AED4-4577-4B7D-91AA-4CBA0A550CE5}" destId="{71FBD0C6-2CA2-4DEF-BB7D-CA2A9F9258D8}" srcOrd="1" destOrd="0" presId="urn:microsoft.com/office/officeart/2008/layout/LinedList"/>
    <dgm:cxn modelId="{3F244B1C-046F-4D96-A527-5B56DC1F3F51}" type="presParOf" srcId="{71FBD0C6-2CA2-4DEF-BB7D-CA2A9F9258D8}" destId="{C2AE50EC-B5F1-4CDB-9585-DEE06C1566D0}" srcOrd="0" destOrd="0" presId="urn:microsoft.com/office/officeart/2008/layout/LinedList"/>
    <dgm:cxn modelId="{1B885730-7C53-4064-890C-138D2ACA0CD6}" type="presParOf" srcId="{71FBD0C6-2CA2-4DEF-BB7D-CA2A9F9258D8}" destId="{ECEF2F87-887F-4705-BC61-1E0E409421E0}" srcOrd="1" destOrd="0" presId="urn:microsoft.com/office/officeart/2008/layout/LinedList"/>
    <dgm:cxn modelId="{DCA13488-898A-4E7A-9F4F-E6FEF319DEE5}" type="presParOf" srcId="{4B46AED4-4577-4B7D-91AA-4CBA0A550CE5}" destId="{9200B95C-9BB9-445B-8132-B19C45A2C07C}" srcOrd="2" destOrd="0" presId="urn:microsoft.com/office/officeart/2008/layout/LinedList"/>
    <dgm:cxn modelId="{5F94386F-2C6E-4E63-8A99-D280C0FABA2B}" type="presParOf" srcId="{4B46AED4-4577-4B7D-91AA-4CBA0A550CE5}" destId="{A918C829-EC2A-4D96-8E18-D4DCC8988BAD}" srcOrd="3" destOrd="0" presId="urn:microsoft.com/office/officeart/2008/layout/LinedList"/>
    <dgm:cxn modelId="{CC24A753-3314-4947-A5AD-8CA52F0D27C2}" type="presParOf" srcId="{A918C829-EC2A-4D96-8E18-D4DCC8988BAD}" destId="{13BAAE4A-F434-41F6-9899-674290BCCD37}" srcOrd="0" destOrd="0" presId="urn:microsoft.com/office/officeart/2008/layout/LinedList"/>
    <dgm:cxn modelId="{845706DF-BC5F-436F-8BA8-37FC93D66439}" type="presParOf" srcId="{A918C829-EC2A-4D96-8E18-D4DCC8988BAD}" destId="{DCEDC7C7-51F9-4D2B-98F0-A53AE93DDAF7}" srcOrd="1" destOrd="0" presId="urn:microsoft.com/office/officeart/2008/layout/LinedList"/>
    <dgm:cxn modelId="{358766E3-4DB7-4B82-B3B4-C2B5F2151862}" type="presParOf" srcId="{4B46AED4-4577-4B7D-91AA-4CBA0A550CE5}" destId="{585508A9-A72A-47A7-9C3F-D5BCD80483A5}" srcOrd="4" destOrd="0" presId="urn:microsoft.com/office/officeart/2008/layout/LinedList"/>
    <dgm:cxn modelId="{7E985B0C-B5F8-46DD-A3E6-CD13CAB4F5E5}" type="presParOf" srcId="{4B46AED4-4577-4B7D-91AA-4CBA0A550CE5}" destId="{6FDE12EC-BB19-48F9-B2BB-5B2AE3E9957C}" srcOrd="5" destOrd="0" presId="urn:microsoft.com/office/officeart/2008/layout/LinedList"/>
    <dgm:cxn modelId="{CEF0E00B-05E9-41C7-B4A9-D1A2C5A91FD3}" type="presParOf" srcId="{6FDE12EC-BB19-48F9-B2BB-5B2AE3E9957C}" destId="{AD6703F6-09B0-4DD5-9EF4-F3E3D729BE9E}" srcOrd="0" destOrd="0" presId="urn:microsoft.com/office/officeart/2008/layout/LinedList"/>
    <dgm:cxn modelId="{01B46DFB-AD2C-4B38-B162-6B0044C08C42}" type="presParOf" srcId="{6FDE12EC-BB19-48F9-B2BB-5B2AE3E9957C}" destId="{4B7312C1-EB53-4DF7-9AC7-552E8C34A42E}" srcOrd="1" destOrd="0" presId="urn:microsoft.com/office/officeart/2008/layout/LinedList"/>
    <dgm:cxn modelId="{02127E1E-B751-4410-9533-7E97A00ED571}" type="presParOf" srcId="{4B46AED4-4577-4B7D-91AA-4CBA0A550CE5}" destId="{4601594A-EFF0-4106-A5B0-8A053368A7C4}" srcOrd="6" destOrd="0" presId="urn:microsoft.com/office/officeart/2008/layout/LinedList"/>
    <dgm:cxn modelId="{FE84265A-237B-4042-8DBD-EC322B813B29}" type="presParOf" srcId="{4B46AED4-4577-4B7D-91AA-4CBA0A550CE5}" destId="{15552B20-BA82-4851-BD02-C53A5DE233ED}" srcOrd="7" destOrd="0" presId="urn:microsoft.com/office/officeart/2008/layout/LinedList"/>
    <dgm:cxn modelId="{9F665547-1222-4E6F-9ECF-569E18C904ED}" type="presParOf" srcId="{15552B20-BA82-4851-BD02-C53A5DE233ED}" destId="{8C813BAB-2EBA-4392-AA84-A8A5B0563251}" srcOrd="0" destOrd="0" presId="urn:microsoft.com/office/officeart/2008/layout/LinedList"/>
    <dgm:cxn modelId="{AF12F5D4-EF5C-4772-9CB2-92F6B2DDA3BD}" type="presParOf" srcId="{15552B20-BA82-4851-BD02-C53A5DE233ED}" destId="{D611FCC1-D9FC-4D41-AB94-654AF75B2067}" srcOrd="1" destOrd="0" presId="urn:microsoft.com/office/officeart/2008/layout/LinedList"/>
    <dgm:cxn modelId="{36D9C1F8-AB86-4A01-9E9A-53179D62AA2C}" type="presParOf" srcId="{4B46AED4-4577-4B7D-91AA-4CBA0A550CE5}" destId="{51A88A76-4748-4A7A-90AB-759EC02684A2}" srcOrd="8" destOrd="0" presId="urn:microsoft.com/office/officeart/2008/layout/LinedList"/>
    <dgm:cxn modelId="{E5C68340-BCB7-451B-827D-B0370F786685}" type="presParOf" srcId="{4B46AED4-4577-4B7D-91AA-4CBA0A550CE5}" destId="{329A9677-44B4-4FB9-AC12-B6D83785DCFF}" srcOrd="9" destOrd="0" presId="urn:microsoft.com/office/officeart/2008/layout/LinedList"/>
    <dgm:cxn modelId="{2B0AE140-0631-4ABD-B36F-379CE034BC2F}" type="presParOf" srcId="{329A9677-44B4-4FB9-AC12-B6D83785DCFF}" destId="{8C0FDB14-B9EF-4E75-95C9-6BCC2614D29F}" srcOrd="0" destOrd="0" presId="urn:microsoft.com/office/officeart/2008/layout/LinedList"/>
    <dgm:cxn modelId="{4B7BB78E-FFC0-4287-BF04-4A439E8DE3F5}" type="presParOf" srcId="{329A9677-44B4-4FB9-AC12-B6D83785DCFF}" destId="{BE13ADC7-F9E1-4CBF-B26E-22F136785132}" srcOrd="1" destOrd="0" presId="urn:microsoft.com/office/officeart/2008/layout/LinedList"/>
    <dgm:cxn modelId="{E028A797-692A-4C7B-8848-CC2F4A17F453}" type="presParOf" srcId="{4B46AED4-4577-4B7D-91AA-4CBA0A550CE5}" destId="{4B1774DD-C7CB-4FF8-80CB-442E7D7A46A6}" srcOrd="10" destOrd="0" presId="urn:microsoft.com/office/officeart/2008/layout/LinedList"/>
    <dgm:cxn modelId="{43A1709C-669A-43A7-B19E-543A73B54BF0}" type="presParOf" srcId="{4B46AED4-4577-4B7D-91AA-4CBA0A550CE5}" destId="{9C443D38-7F0A-45A2-9E0C-7FBBC4379DF4}" srcOrd="11" destOrd="0" presId="urn:microsoft.com/office/officeart/2008/layout/LinedList"/>
    <dgm:cxn modelId="{A3E3A567-74CD-4D29-917B-3B0A970E0959}" type="presParOf" srcId="{9C443D38-7F0A-45A2-9E0C-7FBBC4379DF4}" destId="{78BC969E-EE7F-4FE0-AF0E-4F2617E193F3}" srcOrd="0" destOrd="0" presId="urn:microsoft.com/office/officeart/2008/layout/LinedList"/>
    <dgm:cxn modelId="{15CEFEB8-EC97-4A9C-9ED4-BE793FB2A242}" type="presParOf" srcId="{9C443D38-7F0A-45A2-9E0C-7FBBC4379DF4}" destId="{0C497690-BC96-440D-B335-E2A50C477ECE}" srcOrd="1" destOrd="0" presId="urn:microsoft.com/office/officeart/2008/layout/LinedList"/>
    <dgm:cxn modelId="{4A8ECB3E-A6C9-4AC4-A804-04E839EF78F7}" type="presParOf" srcId="{4B46AED4-4577-4B7D-91AA-4CBA0A550CE5}" destId="{B4FACA03-8C3F-445F-8640-DD1258F3B6D9}" srcOrd="12" destOrd="0" presId="urn:microsoft.com/office/officeart/2008/layout/LinedList"/>
    <dgm:cxn modelId="{717F6239-5DE3-4E1D-A93F-7E7C1F691C06}" type="presParOf" srcId="{4B46AED4-4577-4B7D-91AA-4CBA0A550CE5}" destId="{9C26823E-23F3-42A2-8B69-8564988FD146}" srcOrd="13" destOrd="0" presId="urn:microsoft.com/office/officeart/2008/layout/LinedList"/>
    <dgm:cxn modelId="{312CF123-CBE8-4E7B-8513-C710565CF7BF}" type="presParOf" srcId="{9C26823E-23F3-42A2-8B69-8564988FD146}" destId="{1641D86F-C7E0-4DCA-B2D4-90A66BCCF885}" srcOrd="0" destOrd="0" presId="urn:microsoft.com/office/officeart/2008/layout/LinedList"/>
    <dgm:cxn modelId="{529A3137-B0C0-4251-B960-81CFEE755BA7}" type="presParOf" srcId="{9C26823E-23F3-42A2-8B69-8564988FD146}" destId="{24982C49-9270-424C-903A-38F8E82A5B89}" srcOrd="1" destOrd="0" presId="urn:microsoft.com/office/officeart/2008/layout/LinedList"/>
    <dgm:cxn modelId="{40D98F95-8952-43C6-AA8F-F38677A466BF}" type="presParOf" srcId="{4B46AED4-4577-4B7D-91AA-4CBA0A550CE5}" destId="{7B4721B4-EA5E-4243-8104-91ACD44EBC2B}" srcOrd="14" destOrd="0" presId="urn:microsoft.com/office/officeart/2008/layout/LinedList"/>
    <dgm:cxn modelId="{FC673E2F-498C-47D0-A354-E9AB739D6476}" type="presParOf" srcId="{4B46AED4-4577-4B7D-91AA-4CBA0A550CE5}" destId="{BF747534-AB49-4993-9C77-7301950E0304}" srcOrd="15" destOrd="0" presId="urn:microsoft.com/office/officeart/2008/layout/LinedList"/>
    <dgm:cxn modelId="{97CD06F3-4B49-4FD6-96BA-AE3A1B8B1CC4}" type="presParOf" srcId="{BF747534-AB49-4993-9C77-7301950E0304}" destId="{99F3E065-9BAF-41CE-89AE-7970903AAD13}" srcOrd="0" destOrd="0" presId="urn:microsoft.com/office/officeart/2008/layout/LinedList"/>
    <dgm:cxn modelId="{BCF077D4-7EE5-4C8E-BBB9-3EF059AC8FB6}" type="presParOf" srcId="{BF747534-AB49-4993-9C77-7301950E0304}" destId="{233E1507-D58D-4923-A2E2-279CD6F9DFE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9F2AA6-59FE-4472-9D7E-52EF1309C5AC}">
      <dsp:nvSpPr>
        <dsp:cNvPr id="0" name=""/>
        <dsp:cNvSpPr/>
      </dsp:nvSpPr>
      <dsp:spPr>
        <a:xfrm rot="5400000">
          <a:off x="6502230" y="-2552064"/>
          <a:ext cx="1296754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Why</a:t>
          </a:r>
          <a:r>
            <a:rPr lang="en-US" sz="1800" kern="1200"/>
            <a:t>: Datasets, notebooks, competitions, and micro-courses.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/>
            <a:t>Best For</a:t>
          </a:r>
          <a:r>
            <a:rPr lang="en-US" sz="1800" kern="1200" dirty="0"/>
            <a:t>: Practicing data analysis, ML, and NLP on real-world data.</a:t>
          </a:r>
        </a:p>
      </dsp:txBody>
      <dsp:txXfrm rot="-5400000">
        <a:off x="3785615" y="227853"/>
        <a:ext cx="6666682" cy="1170150"/>
      </dsp:txXfrm>
    </dsp:sp>
    <dsp:sp modelId="{81287531-D9DD-445A-840B-62224AD9EC76}">
      <dsp:nvSpPr>
        <dsp:cNvPr id="0" name=""/>
        <dsp:cNvSpPr/>
      </dsp:nvSpPr>
      <dsp:spPr>
        <a:xfrm>
          <a:off x="0" y="2455"/>
          <a:ext cx="3785616" cy="16209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Kaggle</a:t>
          </a:r>
          <a:r>
            <a:rPr lang="en-US" sz="1700" kern="1200"/>
            <a:t> – </a:t>
          </a:r>
          <a:r>
            <a:rPr lang="en-US" sz="1700" kern="1200">
              <a:hlinkClick xmlns:r="http://schemas.openxmlformats.org/officeDocument/2006/relationships" r:id="rId1"/>
            </a:rPr>
            <a:t>https://www.kaggle.com</a:t>
          </a:r>
          <a:endParaRPr lang="en-US" sz="1700" kern="1200"/>
        </a:p>
      </dsp:txBody>
      <dsp:txXfrm>
        <a:off x="79128" y="81583"/>
        <a:ext cx="3627360" cy="1462686"/>
      </dsp:txXfrm>
    </dsp:sp>
    <dsp:sp modelId="{9F608257-0AF8-4B02-98FF-1E2B53428497}">
      <dsp:nvSpPr>
        <dsp:cNvPr id="0" name=""/>
        <dsp:cNvSpPr/>
      </dsp:nvSpPr>
      <dsp:spPr>
        <a:xfrm rot="5400000">
          <a:off x="6502230" y="-850074"/>
          <a:ext cx="1296754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Why</a:t>
          </a:r>
          <a:r>
            <a:rPr lang="en-US" sz="1800" kern="1200"/>
            <a:t>: Free cloud Jupyter notebooks with GPU/TPU.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Best For</a:t>
          </a:r>
          <a:r>
            <a:rPr lang="en-US" sz="1800" kern="1200"/>
            <a:t>: Running Python/ML code without local setup.</a:t>
          </a:r>
        </a:p>
      </dsp:txBody>
      <dsp:txXfrm rot="-5400000">
        <a:off x="3785615" y="1929843"/>
        <a:ext cx="6666682" cy="1170150"/>
      </dsp:txXfrm>
    </dsp:sp>
    <dsp:sp modelId="{C4B3A7DC-33D4-43D3-8888-C9225C46C379}">
      <dsp:nvSpPr>
        <dsp:cNvPr id="0" name=""/>
        <dsp:cNvSpPr/>
      </dsp:nvSpPr>
      <dsp:spPr>
        <a:xfrm>
          <a:off x="0" y="1704446"/>
          <a:ext cx="3785616" cy="16209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Google Colab</a:t>
          </a:r>
          <a:r>
            <a:rPr lang="en-US" sz="1700" kern="1200"/>
            <a:t> – https://colab.research.google.com</a:t>
          </a:r>
        </a:p>
      </dsp:txBody>
      <dsp:txXfrm>
        <a:off x="79128" y="1783574"/>
        <a:ext cx="3627360" cy="1462686"/>
      </dsp:txXfrm>
    </dsp:sp>
    <dsp:sp modelId="{99CB1092-6EBC-472E-8635-6E6AC608BA2F}">
      <dsp:nvSpPr>
        <dsp:cNvPr id="0" name=""/>
        <dsp:cNvSpPr/>
      </dsp:nvSpPr>
      <dsp:spPr>
        <a:xfrm rot="5400000">
          <a:off x="6502230" y="851915"/>
          <a:ext cx="1296754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Why</a:t>
          </a:r>
          <a:r>
            <a:rPr lang="en-US" sz="1800" kern="1200"/>
            <a:t>: Pretrained transformer models, datasets, and tools.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Best For</a:t>
          </a:r>
          <a:r>
            <a:rPr lang="en-US" sz="1800" kern="1200"/>
            <a:t>: Using and fine-tuning GenAI and NLP models.</a:t>
          </a:r>
        </a:p>
      </dsp:txBody>
      <dsp:txXfrm rot="-5400000">
        <a:off x="3785615" y="3631832"/>
        <a:ext cx="6666682" cy="1170150"/>
      </dsp:txXfrm>
    </dsp:sp>
    <dsp:sp modelId="{4E51DE18-9352-47B8-9AA4-4062EC66B01A}">
      <dsp:nvSpPr>
        <dsp:cNvPr id="0" name=""/>
        <dsp:cNvSpPr/>
      </dsp:nvSpPr>
      <dsp:spPr>
        <a:xfrm>
          <a:off x="0" y="3406436"/>
          <a:ext cx="3785616" cy="16209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Hugging Face</a:t>
          </a:r>
          <a:r>
            <a:rPr lang="en-US" sz="1700" kern="1200"/>
            <a:t> – </a:t>
          </a:r>
          <a:r>
            <a:rPr lang="en-US" sz="1700" kern="1200">
              <a:hlinkClick xmlns:r="http://schemas.openxmlformats.org/officeDocument/2006/relationships" r:id="rId2"/>
            </a:rPr>
            <a:t>https://huggingface.co</a:t>
          </a:r>
          <a:endParaRPr lang="en-US" sz="1700" kern="1200"/>
        </a:p>
      </dsp:txBody>
      <dsp:txXfrm>
        <a:off x="79128" y="3485564"/>
        <a:ext cx="3627360" cy="14626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D8590B-6DED-4F57-92D7-83D27C0745E1}">
      <dsp:nvSpPr>
        <dsp:cNvPr id="0" name=""/>
        <dsp:cNvSpPr/>
      </dsp:nvSpPr>
      <dsp:spPr>
        <a:xfrm>
          <a:off x="0" y="347331"/>
          <a:ext cx="10515600" cy="13403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79044" rIns="816127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1" kern="1200"/>
            <a:t>Why</a:t>
          </a:r>
          <a:r>
            <a:rPr lang="en-US" sz="2300" kern="1200"/>
            <a:t>: Latest AI research papers linked to open-source code.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1" kern="1200"/>
            <a:t>Best For</a:t>
          </a:r>
          <a:r>
            <a:rPr lang="en-US" sz="2300" kern="1200"/>
            <a:t>: Exploring cutting-edge research and benchmarks.</a:t>
          </a:r>
        </a:p>
      </dsp:txBody>
      <dsp:txXfrm>
        <a:off x="0" y="347331"/>
        <a:ext cx="10515600" cy="1340325"/>
      </dsp:txXfrm>
    </dsp:sp>
    <dsp:sp modelId="{D23E675B-67B7-409C-9852-A110A85ACC09}">
      <dsp:nvSpPr>
        <dsp:cNvPr id="0" name=""/>
        <dsp:cNvSpPr/>
      </dsp:nvSpPr>
      <dsp:spPr>
        <a:xfrm>
          <a:off x="525780" y="7851"/>
          <a:ext cx="7360920" cy="678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6. Papers with Code</a:t>
          </a:r>
          <a:r>
            <a:rPr lang="en-US" sz="2300" kern="1200"/>
            <a:t> – </a:t>
          </a:r>
          <a:r>
            <a:rPr lang="en-US" sz="2300" kern="1200">
              <a:hlinkClick xmlns:r="http://schemas.openxmlformats.org/officeDocument/2006/relationships" r:id="rId1"/>
            </a:rPr>
            <a:t>https://paperswithcode.com</a:t>
          </a:r>
          <a:endParaRPr lang="en-US" sz="2300" kern="1200"/>
        </a:p>
      </dsp:txBody>
      <dsp:txXfrm>
        <a:off x="558924" y="40995"/>
        <a:ext cx="7294632" cy="612672"/>
      </dsp:txXfrm>
    </dsp:sp>
    <dsp:sp modelId="{EA26BECC-AF31-4E27-8962-EC527C81FD34}">
      <dsp:nvSpPr>
        <dsp:cNvPr id="0" name=""/>
        <dsp:cNvSpPr/>
      </dsp:nvSpPr>
      <dsp:spPr>
        <a:xfrm>
          <a:off x="0" y="2151337"/>
          <a:ext cx="10515600" cy="13403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79044" rIns="816127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1" kern="1200"/>
            <a:t>Why</a:t>
          </a:r>
          <a:r>
            <a:rPr lang="en-US" sz="2300" kern="1200"/>
            <a:t>: Core ML algorithms with excellent documentation.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1" kern="1200" dirty="0"/>
            <a:t>Best For</a:t>
          </a:r>
          <a:r>
            <a:rPr lang="en-US" sz="2300" kern="1200" dirty="0"/>
            <a:t>: Learning supervised/unsupervised ML in Python.</a:t>
          </a:r>
        </a:p>
      </dsp:txBody>
      <dsp:txXfrm>
        <a:off x="0" y="2151337"/>
        <a:ext cx="10515600" cy="1340325"/>
      </dsp:txXfrm>
    </dsp:sp>
    <dsp:sp modelId="{11E17F51-8065-48D7-A5A3-95FF918AEF71}">
      <dsp:nvSpPr>
        <dsp:cNvPr id="0" name=""/>
        <dsp:cNvSpPr/>
      </dsp:nvSpPr>
      <dsp:spPr>
        <a:xfrm>
          <a:off x="525780" y="1811856"/>
          <a:ext cx="7360920" cy="67896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7. Scikit-learn Docs</a:t>
          </a:r>
          <a:r>
            <a:rPr lang="en-US" sz="2300" kern="1200"/>
            <a:t> – https://scikit-learn.org/stable/</a:t>
          </a:r>
        </a:p>
      </dsp:txBody>
      <dsp:txXfrm>
        <a:off x="558924" y="1845000"/>
        <a:ext cx="7294632" cy="612672"/>
      </dsp:txXfrm>
    </dsp:sp>
    <dsp:sp modelId="{53017F76-5008-491D-843B-AB17D3E05CA6}">
      <dsp:nvSpPr>
        <dsp:cNvPr id="0" name=""/>
        <dsp:cNvSpPr/>
      </dsp:nvSpPr>
      <dsp:spPr>
        <a:xfrm>
          <a:off x="0" y="3955342"/>
          <a:ext cx="10515600" cy="13403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79044" rIns="816127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1" kern="1200"/>
            <a:t>Why</a:t>
          </a:r>
          <a:r>
            <a:rPr lang="en-US" sz="2300" kern="1200"/>
            <a:t>: Practical deep learning library built on PyTorch.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1" kern="1200"/>
            <a:t>Best For</a:t>
          </a:r>
          <a:r>
            <a:rPr lang="en-US" sz="2300" kern="1200"/>
            <a:t>: Beginners to intermediate coders wanting quick wins.</a:t>
          </a:r>
        </a:p>
      </dsp:txBody>
      <dsp:txXfrm>
        <a:off x="0" y="3955342"/>
        <a:ext cx="10515600" cy="1340325"/>
      </dsp:txXfrm>
    </dsp:sp>
    <dsp:sp modelId="{DCFC1490-4132-4735-9987-D5328B2A43B1}">
      <dsp:nvSpPr>
        <dsp:cNvPr id="0" name=""/>
        <dsp:cNvSpPr/>
      </dsp:nvSpPr>
      <dsp:spPr>
        <a:xfrm>
          <a:off x="525780" y="3615862"/>
          <a:ext cx="7360920" cy="67896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8. Fast.ai</a:t>
          </a:r>
          <a:r>
            <a:rPr lang="en-US" sz="2300" kern="1200"/>
            <a:t> – </a:t>
          </a:r>
          <a:r>
            <a:rPr lang="en-US" sz="2300" kern="1200">
              <a:hlinkClick xmlns:r="http://schemas.openxmlformats.org/officeDocument/2006/relationships" r:id="rId2"/>
            </a:rPr>
            <a:t>https://www.fast.ai</a:t>
          </a:r>
          <a:endParaRPr lang="en-US" sz="2300" kern="1200"/>
        </a:p>
      </dsp:txBody>
      <dsp:txXfrm>
        <a:off x="558924" y="3649006"/>
        <a:ext cx="7294632" cy="6126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01DD30-E536-464F-B887-86D505EC76F1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AE50EC-B5F1-4CDB-9585-DEE06C1566D0}">
      <dsp:nvSpPr>
        <dsp:cNvPr id="0" name=""/>
        <dsp:cNvSpPr/>
      </dsp:nvSpPr>
      <dsp:spPr>
        <a:xfrm>
          <a:off x="0" y="0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2 minutes papers</a:t>
          </a:r>
        </a:p>
      </dsp:txBody>
      <dsp:txXfrm>
        <a:off x="0" y="0"/>
        <a:ext cx="10515600" cy="543917"/>
      </dsp:txXfrm>
    </dsp:sp>
    <dsp:sp modelId="{9200B95C-9BB9-445B-8132-B19C45A2C07C}">
      <dsp:nvSpPr>
        <dsp:cNvPr id="0" name=""/>
        <dsp:cNvSpPr/>
      </dsp:nvSpPr>
      <dsp:spPr>
        <a:xfrm>
          <a:off x="0" y="543917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BAAE4A-F434-41F6-9899-674290BCCD37}">
      <dsp:nvSpPr>
        <dsp:cNvPr id="0" name=""/>
        <dsp:cNvSpPr/>
      </dsp:nvSpPr>
      <dsp:spPr>
        <a:xfrm>
          <a:off x="0" y="543917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ai explained</a:t>
          </a:r>
        </a:p>
      </dsp:txBody>
      <dsp:txXfrm>
        <a:off x="0" y="543917"/>
        <a:ext cx="10515600" cy="543917"/>
      </dsp:txXfrm>
    </dsp:sp>
    <dsp:sp modelId="{585508A9-A72A-47A7-9C3F-D5BCD80483A5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6703F6-09B0-4DD5-9EF4-F3E3D729BE9E}">
      <dsp:nvSpPr>
        <dsp:cNvPr id="0" name=""/>
        <dsp:cNvSpPr/>
      </dsp:nvSpPr>
      <dsp:spPr>
        <a:xfrm>
          <a:off x="0" y="1087834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matt wolfe</a:t>
          </a:r>
        </a:p>
      </dsp:txBody>
      <dsp:txXfrm>
        <a:off x="0" y="1087834"/>
        <a:ext cx="10515600" cy="543917"/>
      </dsp:txXfrm>
    </dsp:sp>
    <dsp:sp modelId="{4601594A-EFF0-4106-A5B0-8A053368A7C4}">
      <dsp:nvSpPr>
        <dsp:cNvPr id="0" name=""/>
        <dsp:cNvSpPr/>
      </dsp:nvSpPr>
      <dsp:spPr>
        <a:xfrm>
          <a:off x="0" y="1631751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813BAB-2EBA-4392-AA84-A8A5B0563251}">
      <dsp:nvSpPr>
        <dsp:cNvPr id="0" name=""/>
        <dsp:cNvSpPr/>
      </dsp:nvSpPr>
      <dsp:spPr>
        <a:xfrm>
          <a:off x="0" y="1631751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deeplearning.ai</a:t>
          </a:r>
        </a:p>
      </dsp:txBody>
      <dsp:txXfrm>
        <a:off x="0" y="1631751"/>
        <a:ext cx="10515600" cy="543917"/>
      </dsp:txXfrm>
    </dsp:sp>
    <dsp:sp modelId="{51A88A76-4748-4A7A-90AB-759EC02684A2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0FDB14-B9EF-4E75-95C9-6BCC2614D29F}">
      <dsp:nvSpPr>
        <dsp:cNvPr id="0" name=""/>
        <dsp:cNvSpPr/>
      </dsp:nvSpPr>
      <dsp:spPr>
        <a:xfrm>
          <a:off x="0" y="2175669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ai advantage</a:t>
          </a:r>
        </a:p>
      </dsp:txBody>
      <dsp:txXfrm>
        <a:off x="0" y="2175669"/>
        <a:ext cx="10515600" cy="543917"/>
      </dsp:txXfrm>
    </dsp:sp>
    <dsp:sp modelId="{4B1774DD-C7CB-4FF8-80CB-442E7D7A46A6}">
      <dsp:nvSpPr>
        <dsp:cNvPr id="0" name=""/>
        <dsp:cNvSpPr/>
      </dsp:nvSpPr>
      <dsp:spPr>
        <a:xfrm>
          <a:off x="0" y="2719586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BC969E-EE7F-4FE0-AF0E-4F2617E193F3}">
      <dsp:nvSpPr>
        <dsp:cNvPr id="0" name=""/>
        <dsp:cNvSpPr/>
      </dsp:nvSpPr>
      <dsp:spPr>
        <a:xfrm>
          <a:off x="0" y="2719586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mattvidpro</a:t>
          </a:r>
        </a:p>
      </dsp:txBody>
      <dsp:txXfrm>
        <a:off x="0" y="2719586"/>
        <a:ext cx="10515600" cy="543917"/>
      </dsp:txXfrm>
    </dsp:sp>
    <dsp:sp modelId="{B4FACA03-8C3F-445F-8640-DD1258F3B6D9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41D86F-C7E0-4DCA-B2D4-90A66BCCF885}">
      <dsp:nvSpPr>
        <dsp:cNvPr id="0" name=""/>
        <dsp:cNvSpPr/>
      </dsp:nvSpPr>
      <dsp:spPr>
        <a:xfrm>
          <a:off x="0" y="3263503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1blue3brown</a:t>
          </a:r>
        </a:p>
      </dsp:txBody>
      <dsp:txXfrm>
        <a:off x="0" y="3263503"/>
        <a:ext cx="10515600" cy="543917"/>
      </dsp:txXfrm>
    </dsp:sp>
    <dsp:sp modelId="{7B4721B4-EA5E-4243-8104-91ACD44EBC2B}">
      <dsp:nvSpPr>
        <dsp:cNvPr id="0" name=""/>
        <dsp:cNvSpPr/>
      </dsp:nvSpPr>
      <dsp:spPr>
        <a:xfrm>
          <a:off x="0" y="3807420"/>
          <a:ext cx="1051560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F3E065-9BAF-41CE-89AE-7970903AAD13}">
      <dsp:nvSpPr>
        <dsp:cNvPr id="0" name=""/>
        <dsp:cNvSpPr/>
      </dsp:nvSpPr>
      <dsp:spPr>
        <a:xfrm>
          <a:off x="0" y="3807420"/>
          <a:ext cx="10515600" cy="5439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Bhavesh Bhatt</a:t>
          </a:r>
        </a:p>
      </dsp:txBody>
      <dsp:txXfrm>
        <a:off x="0" y="3807420"/>
        <a:ext cx="10515600" cy="5439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07B4B-5E1A-133D-05A1-90A701CCA3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CBFD5-3791-25C1-B14C-DB9FDC2A9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BDBD1-BA42-B764-AFC0-97BCE2845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FE2BC-C677-471E-97BA-79DE83B7EA50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C0860-B862-F6B0-A51D-901ADC39A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1B764-E937-DDDB-F2F6-73BB072B1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3C810-3204-4AA0-AE0C-B0D55CEF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864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081EA-7BBE-C07F-83BB-FDAB22909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D016D-EE44-354A-F239-CE3458C72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4981F-0BA8-ADCA-CF9F-5A362B546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FE2BC-C677-471E-97BA-79DE83B7EA50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6DC0B-E1FC-C24B-06BD-01841FDB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85369-AAE7-46CF-38B9-734CE0453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3C810-3204-4AA0-AE0C-B0D55CEF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475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A069-895D-8E1B-CA61-13C5E58FD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4CC27-FC45-4EB8-ED6F-D191A6C6F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7D5DE-76C8-4BC7-3289-0AC1377F7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FE2BC-C677-471E-97BA-79DE83B7EA50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4A0A8-A475-59D9-F41D-690113A3B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80BB0-0E4C-613A-DFE2-DA9D40E14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3C810-3204-4AA0-AE0C-B0D55CEF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354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A8F86-4B74-D18F-1C6B-B5024FA83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B6E64-8652-4E03-0520-D1068535A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AAE66C-8BFE-FF9F-0094-2EAA388BF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18C24-6EB3-193E-5935-AEEFA1D30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FE2BC-C677-471E-97BA-79DE83B7EA50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D9C92C-18E0-F329-65A7-3D3783138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6FFEBF-F5E9-0FEC-EF6D-A0786294C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3C810-3204-4AA0-AE0C-B0D55CEF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959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39EFA-C343-1FEC-DE52-5F1DD3225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C0BC6-49FA-B365-ED3D-D6ABFB406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54EE80-BF3B-EF46-007B-19DC4CAD7A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BDC1B1-69F5-1E49-D684-4E6D4EFECA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E2275E-171D-22AD-0FAD-E2A81176F2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AD0470-3A51-76DF-4C14-911CFE158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FE2BC-C677-471E-97BA-79DE83B7EA50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EB77C9-6DA2-A430-9DB7-55479EB5F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77A85E-D1D3-E369-06BE-4BDAF6177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3C810-3204-4AA0-AE0C-B0D55CEF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753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22C61-E2D6-4147-8BCD-5088270DF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F14B03-C162-979B-FA9E-F352548FB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FE2BC-C677-471E-97BA-79DE83B7EA50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5288D0-99EC-910F-93F2-BCEC6D9B2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E58B2F-132A-5C59-92B6-CD4C918EA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3C810-3204-4AA0-AE0C-B0D55CEF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80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7D90CF-9F3D-0059-83BF-7E538EFB3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FE2BC-C677-471E-97BA-79DE83B7EA50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C14651-4006-C150-89B0-11AE711F8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9CC5A-4DAE-3075-A9F1-4B09DC84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3C810-3204-4AA0-AE0C-B0D55CEF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473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B05DF-86F6-77AC-16E5-05B3FCE38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1EA47-0D7D-3E5F-B03C-09B5CCC87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80F92E-D7FE-13E3-E4EA-753E8EC57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BF9271-DDC9-C106-F0CF-7BCF1E63A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FE2BC-C677-471E-97BA-79DE83B7EA50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B7338E-D393-77EA-3131-08F5359B6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1213C-F1C2-0051-8874-96ADFF779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3C810-3204-4AA0-AE0C-B0D55CEF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648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F7A8C-13E2-DAC3-5586-DABBA2E2A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77EE94-9A86-B4FE-888F-77D843D1D4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CEDFF8-DC4E-BF26-7F72-7FCE274F9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FDEBE-1407-1ED7-4A46-2460C7647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FE2BC-C677-471E-97BA-79DE83B7EA50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820E5D-0A93-3E02-0CC0-C3A9B2DD0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7EE6A-173E-6CEE-F6C5-9D6E95124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3C810-3204-4AA0-AE0C-B0D55CEF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292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21A3C-A742-75EC-2982-CDE4B3FC7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62D8C5-F904-A3F5-5B9A-83D10795B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A0314-2280-C434-3C6D-0EB886B15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FE2BC-C677-471E-97BA-79DE83B7EA50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AB65D-C7BC-2F19-EF0F-D6F04BBEB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E396-6115-5CBF-CCD5-03FFE450C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3C810-3204-4AA0-AE0C-B0D55CEF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440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5A8F45-66E6-80C7-8542-6283E43039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5B628-745D-4683-FE88-2AFE8CCF5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A2336-9670-F93A-49BD-794A093AF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FE2BC-C677-471E-97BA-79DE83B7EA50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F03BA-AD91-4C8D-77AB-789277831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E2018-CB5C-0098-D507-8FA474F77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3C810-3204-4AA0-AE0C-B0D55CEF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043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03C180-4C64-66CF-2838-A7F89233E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B3510-8AB7-334C-52EF-BDAEC7C2E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86B67-5E1B-DEB9-6A93-E8F146497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BFE2BC-C677-471E-97BA-79DE83B7EA50}" type="datetimeFigureOut">
              <a:rPr lang="en-IN" smtClean="0"/>
              <a:t>16-06-2025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701EA-29AF-1F79-76D2-BDE6959F13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EFB80-06E2-FDF4-CD4A-E414414306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D3C810-3204-4AA0-AE0C-B0D55CEFE7E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459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wimlai.com/" TargetMode="External"/><Relationship Id="rId2" Type="http://schemas.openxmlformats.org/officeDocument/2006/relationships/hyperlink" Target="https://lexfridman.com/podcas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ye-on.ai/" TargetMode="External"/><Relationship Id="rId2" Type="http://schemas.openxmlformats.org/officeDocument/2006/relationships/hyperlink" Target="https://changelog.com/practicalai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atent.space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ursera.org/" TargetMode="External"/><Relationship Id="rId2" Type="http://schemas.openxmlformats.org/officeDocument/2006/relationships/hyperlink" Target="https://www.langchain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ir-ai/Prompt-Engineering-Guide" TargetMode="External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p!!Rectangle">
            <a:extLst>
              <a:ext uri="{FF2B5EF4-FFF2-40B4-BE49-F238E27FC236}">
                <a16:creationId xmlns:a16="http://schemas.microsoft.com/office/drawing/2014/main" id="{2FB82883-1DC0-4BE1-A607-009095F33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fferent colored organizers">
            <a:extLst>
              <a:ext uri="{FF2B5EF4-FFF2-40B4-BE49-F238E27FC236}">
                <a16:creationId xmlns:a16="http://schemas.microsoft.com/office/drawing/2014/main" id="{C684AE0F-8B0B-8A71-6CED-71A4DF4D14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02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m!!text rectangle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4638503"/>
            <a:ext cx="8384770" cy="1332634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rgbClr val="EFEFE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E4D996-3AA6-E87C-C28F-AA3550CD21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3121" y="4727173"/>
            <a:ext cx="7985759" cy="868823"/>
          </a:xfrm>
        </p:spPr>
        <p:txBody>
          <a:bodyPr anchor="ctr">
            <a:normAutofit/>
          </a:bodyPr>
          <a:lstStyle/>
          <a:p>
            <a:r>
              <a:rPr lang="en-IN" sz="4000"/>
              <a:t>Resources</a:t>
            </a:r>
          </a:p>
        </p:txBody>
      </p:sp>
      <p:sp>
        <p:nvSpPr>
          <p:cNvPr id="13" name="m!!accent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562823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E49C82-B27A-F5BC-3760-13C0C0D197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5738" y="5680637"/>
            <a:ext cx="6960524" cy="598516"/>
          </a:xfrm>
        </p:spPr>
        <p:txBody>
          <a:bodyPr anchor="ctr">
            <a:normAutofit/>
          </a:bodyPr>
          <a:lstStyle/>
          <a:p>
            <a:r>
              <a:rPr lang="en-IN" sz="2000">
                <a:solidFill>
                  <a:schemeClr val="bg1"/>
                </a:solidFill>
              </a:rPr>
              <a:t>Created by: Mahipal Singh</a:t>
            </a:r>
          </a:p>
        </p:txBody>
      </p:sp>
    </p:spTree>
    <p:extLst>
      <p:ext uri="{BB962C8B-B14F-4D97-AF65-F5344CB8AC3E}">
        <p14:creationId xmlns:p14="http://schemas.microsoft.com/office/powerpoint/2010/main" val="1229455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EFCFD8-A6D5-2B8A-4F11-8C88BD73A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442" y="685800"/>
            <a:ext cx="4353116" cy="1474666"/>
          </a:xfrm>
        </p:spPr>
        <p:txBody>
          <a:bodyPr anchor="b">
            <a:normAutofit/>
          </a:bodyPr>
          <a:lstStyle/>
          <a:p>
            <a:pPr algn="ctr"/>
            <a:r>
              <a:rPr lang="en-IN" sz="3200" dirty="0">
                <a:solidFill>
                  <a:srgbClr val="595959"/>
                </a:solidFill>
              </a:rPr>
              <a:t>Podcasts to watch::</a:t>
            </a:r>
            <a:br>
              <a:rPr lang="en-IN" sz="3200" dirty="0">
                <a:solidFill>
                  <a:srgbClr val="595959"/>
                </a:solidFill>
              </a:rPr>
            </a:br>
            <a:endParaRPr lang="en-IN" sz="3200" dirty="0">
              <a:solidFill>
                <a:srgbClr val="595959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F7ABE-E8F2-C87C-1E96-9FAE92694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442" y="2028497"/>
            <a:ext cx="4353116" cy="418927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IN" sz="3200" dirty="0">
                <a:solidFill>
                  <a:srgbClr val="595959"/>
                </a:solidFill>
              </a:rPr>
              <a:t>1. </a:t>
            </a:r>
            <a:r>
              <a:rPr lang="en-IN" sz="3200" b="1" dirty="0">
                <a:solidFill>
                  <a:srgbClr val="595959"/>
                </a:solidFill>
              </a:rPr>
              <a:t>Nikhil Kamath </a:t>
            </a:r>
            <a:r>
              <a:rPr lang="en-IN" sz="3200" dirty="0">
                <a:solidFill>
                  <a:srgbClr val="595959"/>
                </a:solidFill>
              </a:rPr>
              <a:t>with </a:t>
            </a:r>
            <a:r>
              <a:rPr lang="en-IN" sz="3200" b="1" dirty="0">
                <a:solidFill>
                  <a:srgbClr val="595959"/>
                </a:solidFill>
              </a:rPr>
              <a:t>Arvind Sri Nivas</a:t>
            </a:r>
          </a:p>
          <a:p>
            <a:pPr marL="0" indent="0">
              <a:buNone/>
            </a:pPr>
            <a:r>
              <a:rPr lang="en-IN" sz="3200" dirty="0">
                <a:solidFill>
                  <a:srgbClr val="595959"/>
                </a:solidFill>
              </a:rPr>
              <a:t>2. </a:t>
            </a:r>
            <a:r>
              <a:rPr lang="en-IN" sz="3200" b="1" dirty="0">
                <a:solidFill>
                  <a:srgbClr val="595959"/>
                </a:solidFill>
              </a:rPr>
              <a:t>Varun Mayya </a:t>
            </a:r>
            <a:r>
              <a:rPr lang="en-IN" sz="3200" dirty="0">
                <a:solidFill>
                  <a:srgbClr val="595959"/>
                </a:solidFill>
              </a:rPr>
              <a:t>with </a:t>
            </a:r>
            <a:r>
              <a:rPr lang="en-IN" sz="3200" b="1" dirty="0">
                <a:solidFill>
                  <a:srgbClr val="595959"/>
                </a:solidFill>
              </a:rPr>
              <a:t>Sam Altman</a:t>
            </a:r>
          </a:p>
          <a:p>
            <a:pPr marL="0" indent="0">
              <a:buNone/>
            </a:pPr>
            <a:r>
              <a:rPr lang="en-IN" sz="3200" dirty="0">
                <a:solidFill>
                  <a:srgbClr val="595959"/>
                </a:solidFill>
              </a:rPr>
              <a:t>3. Y Combinator’s YouTube playlist  </a:t>
            </a:r>
            <a:r>
              <a:rPr lang="en-IN" sz="3200" b="1" dirty="0" err="1">
                <a:solidFill>
                  <a:srgbClr val="595959"/>
                </a:solidFill>
              </a:rPr>
              <a:t>Lightcone</a:t>
            </a:r>
            <a:r>
              <a:rPr lang="en-IN" sz="3200" b="1" dirty="0">
                <a:solidFill>
                  <a:srgbClr val="595959"/>
                </a:solidFill>
              </a:rPr>
              <a:t> Podcasts </a:t>
            </a:r>
          </a:p>
          <a:p>
            <a:pPr marL="0" indent="0">
              <a:buNone/>
            </a:pPr>
            <a:endParaRPr lang="en-IN" sz="2000" dirty="0">
              <a:solidFill>
                <a:srgbClr val="595959"/>
              </a:solidFill>
            </a:endParaRPr>
          </a:p>
          <a:p>
            <a:pPr marL="0" indent="0">
              <a:buNone/>
            </a:pPr>
            <a:endParaRPr lang="en-IN" sz="2000" dirty="0">
              <a:solidFill>
                <a:srgbClr val="595959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C00259-1C05-2917-2F85-4F9A8924F8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679" r="29071"/>
          <a:stretch>
            <a:fillRect/>
          </a:stretch>
        </p:blipFill>
        <p:spPr>
          <a:xfrm>
            <a:off x="7102766" y="685799"/>
            <a:ext cx="4155125" cy="553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24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3E05DC-A439-7555-9140-6C7B9CC4A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Podcasts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679B5-FAF1-BB61-CFA3-C63A9E25A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endParaRPr lang="en-IN" sz="1800" dirty="0"/>
          </a:p>
          <a:p>
            <a:r>
              <a:rPr lang="en-IN" sz="1800" b="1" dirty="0"/>
              <a:t> 1. Lex Fridman Podcast</a:t>
            </a:r>
            <a:endParaRPr lang="en-IN" sz="1800" dirty="0"/>
          </a:p>
          <a:p>
            <a:pPr marL="0" lvl="0" indent="0">
              <a:buNone/>
            </a:pPr>
            <a:r>
              <a:rPr lang="en-IN" sz="1800" b="1" dirty="0"/>
              <a:t>  Topics</a:t>
            </a:r>
            <a:r>
              <a:rPr lang="en-IN" sz="1800" dirty="0"/>
              <a:t>: Deep conversations on AI, neuroscience, robotics, philosophy.</a:t>
            </a:r>
          </a:p>
          <a:p>
            <a:pPr marL="0" lvl="0" indent="0">
              <a:buNone/>
            </a:pPr>
            <a:r>
              <a:rPr lang="en-IN" sz="1800" b="1" dirty="0"/>
              <a:t>  Guests</a:t>
            </a:r>
            <a:r>
              <a:rPr lang="en-IN" sz="1800" dirty="0"/>
              <a:t>: Elon Musk, Yann LeCun, Demis Hassabis, and top AI researchers.</a:t>
            </a:r>
          </a:p>
          <a:p>
            <a:pPr marL="0" lvl="0" indent="0">
              <a:buNone/>
            </a:pPr>
            <a:r>
              <a:rPr lang="en-IN" sz="1800" b="1" dirty="0"/>
              <a:t>  Why</a:t>
            </a:r>
            <a:r>
              <a:rPr lang="en-IN" sz="1800" dirty="0"/>
              <a:t>: Insightful, philosophical, and technical—great for long-form learners.</a:t>
            </a:r>
          </a:p>
          <a:p>
            <a:pPr marL="0" lvl="0" indent="0">
              <a:buNone/>
            </a:pPr>
            <a:r>
              <a:rPr lang="en-IN" sz="1800" dirty="0"/>
              <a:t> 🔗 </a:t>
            </a:r>
            <a:r>
              <a:rPr lang="en-IN" sz="1800" u="sng" dirty="0">
                <a:hlinkClick r:id="rId2"/>
              </a:rPr>
              <a:t>lexfridman.com/podcast</a:t>
            </a:r>
            <a:endParaRPr lang="en-IN" sz="1800" dirty="0"/>
          </a:p>
          <a:p>
            <a:r>
              <a:rPr lang="en-IN" sz="1800" b="1" dirty="0"/>
              <a:t>The TWIML AI Podcast (This Week in Machine Learning &amp; AI)</a:t>
            </a:r>
            <a:endParaRPr lang="en-IN" sz="1800" dirty="0"/>
          </a:p>
          <a:p>
            <a:pPr marL="0" lvl="0" indent="0">
              <a:buNone/>
            </a:pPr>
            <a:r>
              <a:rPr lang="en-IN" sz="1800" b="1" dirty="0"/>
              <a:t>  Host</a:t>
            </a:r>
            <a:r>
              <a:rPr lang="en-IN" sz="1800" dirty="0"/>
              <a:t>: Sam Charrington</a:t>
            </a:r>
          </a:p>
          <a:p>
            <a:pPr marL="0" lvl="0" indent="0">
              <a:buNone/>
            </a:pPr>
            <a:r>
              <a:rPr lang="en-IN" sz="1800" b="1" dirty="0"/>
              <a:t>  Topics</a:t>
            </a:r>
            <a:r>
              <a:rPr lang="en-IN" sz="1800" dirty="0"/>
              <a:t>: Applied ML, LLMs, data-centric AI, </a:t>
            </a:r>
            <a:r>
              <a:rPr lang="en-IN" sz="1800" dirty="0" err="1"/>
              <a:t>MLOps</a:t>
            </a:r>
            <a:r>
              <a:rPr lang="en-IN" sz="1800" dirty="0"/>
              <a:t>.</a:t>
            </a:r>
          </a:p>
          <a:p>
            <a:pPr marL="0" lvl="0" indent="0">
              <a:buNone/>
            </a:pPr>
            <a:r>
              <a:rPr lang="en-IN" sz="1800" b="1" dirty="0"/>
              <a:t>  Why</a:t>
            </a:r>
            <a:r>
              <a:rPr lang="en-IN" sz="1800" dirty="0"/>
              <a:t>: Consistent, technical, and industry-relevant. Great for aspiring ML engineers.</a:t>
            </a:r>
          </a:p>
          <a:p>
            <a:pPr marL="0" lvl="0" indent="0">
              <a:buNone/>
            </a:pPr>
            <a:r>
              <a:rPr lang="en-IN" sz="1800" dirty="0"/>
              <a:t>🔗 </a:t>
            </a:r>
            <a:r>
              <a:rPr lang="en-IN" sz="1800" u="sng" dirty="0">
                <a:hlinkClick r:id="rId3"/>
              </a:rPr>
              <a:t>twimlai.com</a:t>
            </a:r>
            <a:endParaRPr lang="en-IN" sz="1800" dirty="0"/>
          </a:p>
          <a:p>
            <a:endParaRPr lang="en-IN" sz="1800" dirty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121102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6F59D7-849D-9ED8-F163-D54989FC1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Continue..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4C17A-8204-14B5-0007-AC312C044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IN" sz="2200" b="1" dirty="0"/>
              <a:t> Practical AI by Changelog</a:t>
            </a:r>
            <a:endParaRPr lang="en-IN" sz="2200" dirty="0"/>
          </a:p>
          <a:p>
            <a:pPr marL="0" lvl="0" indent="0">
              <a:buNone/>
            </a:pPr>
            <a:r>
              <a:rPr lang="en-IN" sz="2200" b="1" dirty="0"/>
              <a:t>      Focus</a:t>
            </a:r>
            <a:r>
              <a:rPr lang="en-IN" sz="2200" dirty="0"/>
              <a:t>: Real-world AI applications, tools, and open-source projects.</a:t>
            </a:r>
          </a:p>
          <a:p>
            <a:pPr marL="0" lvl="0" indent="0">
              <a:buNone/>
            </a:pPr>
            <a:r>
              <a:rPr lang="en-IN" sz="2200" b="1" dirty="0"/>
              <a:t>     Why</a:t>
            </a:r>
            <a:r>
              <a:rPr lang="en-IN" sz="2200" dirty="0"/>
              <a:t>: Understand how companies apply AI in practice. Covers things like   Hugging Face, </a:t>
            </a:r>
            <a:r>
              <a:rPr lang="en-IN" sz="2200" dirty="0" err="1"/>
              <a:t>LangChain</a:t>
            </a:r>
            <a:r>
              <a:rPr lang="en-IN" sz="2200" dirty="0"/>
              <a:t>, and more.</a:t>
            </a:r>
          </a:p>
          <a:p>
            <a:pPr marL="0" lvl="0" indent="0">
              <a:buNone/>
            </a:pPr>
            <a:r>
              <a:rPr lang="en-IN" sz="2200" dirty="0"/>
              <a:t>🔗 </a:t>
            </a:r>
            <a:r>
              <a:rPr lang="en-IN" sz="2200" u="sng" dirty="0">
                <a:hlinkClick r:id="rId2"/>
              </a:rPr>
              <a:t>changelog.com/</a:t>
            </a:r>
            <a:r>
              <a:rPr lang="en-IN" sz="2200" u="sng" dirty="0" err="1">
                <a:hlinkClick r:id="rId2"/>
              </a:rPr>
              <a:t>practicalai</a:t>
            </a:r>
            <a:endParaRPr lang="en-IN" sz="2200" u="sng" dirty="0"/>
          </a:p>
          <a:p>
            <a:r>
              <a:rPr lang="en-IN" sz="2200" b="1" dirty="0"/>
              <a:t>Eye on A.I.</a:t>
            </a:r>
            <a:endParaRPr lang="en-IN" sz="2200" dirty="0"/>
          </a:p>
          <a:p>
            <a:pPr marL="0" lvl="0" indent="0">
              <a:buNone/>
            </a:pPr>
            <a:r>
              <a:rPr lang="en-IN" sz="2200" b="1" dirty="0"/>
              <a:t>  Host</a:t>
            </a:r>
            <a:r>
              <a:rPr lang="en-IN" sz="2200" dirty="0"/>
              <a:t>: Craig S. Smith (former NYT correspondent)</a:t>
            </a:r>
          </a:p>
          <a:p>
            <a:pPr marL="0" lvl="0" indent="0">
              <a:buNone/>
            </a:pPr>
            <a:r>
              <a:rPr lang="en-IN" sz="2200" b="1" dirty="0"/>
              <a:t>  Topics</a:t>
            </a:r>
            <a:r>
              <a:rPr lang="en-IN" sz="2200" dirty="0"/>
              <a:t>: Interviews with AI company founders and researchers.</a:t>
            </a:r>
          </a:p>
          <a:p>
            <a:pPr marL="0" lvl="0" indent="0">
              <a:buNone/>
            </a:pPr>
            <a:r>
              <a:rPr lang="en-IN" sz="2200" b="1" dirty="0"/>
              <a:t>  Why</a:t>
            </a:r>
            <a:r>
              <a:rPr lang="en-IN" sz="2200" dirty="0"/>
              <a:t>: Focuses on where AI is going globally—good mix of vision and technology.</a:t>
            </a:r>
          </a:p>
          <a:p>
            <a:pPr marL="0" lvl="0" indent="0">
              <a:buNone/>
            </a:pPr>
            <a:r>
              <a:rPr lang="en-IN" sz="2200" dirty="0"/>
              <a:t>🔗 </a:t>
            </a:r>
            <a:r>
              <a:rPr lang="en-IN" sz="2200" u="sng" dirty="0">
                <a:hlinkClick r:id="rId3"/>
              </a:rPr>
              <a:t>eye-on.ai</a:t>
            </a:r>
            <a:endParaRPr lang="en-IN" sz="2200" dirty="0"/>
          </a:p>
          <a:p>
            <a:pPr lvl="0"/>
            <a:endParaRPr lang="en-IN" sz="2200" dirty="0"/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1780839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FF91F0-4AAD-7904-8D57-51C56B65B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COntinue..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03194-202C-9895-8BED-418A05C30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IN" b="1" dirty="0"/>
              <a:t>Latent Space</a:t>
            </a:r>
            <a:endParaRPr lang="en-IN" dirty="0"/>
          </a:p>
          <a:p>
            <a:pPr marL="0" lvl="0" indent="0">
              <a:buNone/>
            </a:pPr>
            <a:r>
              <a:rPr lang="en-IN" b="1" dirty="0"/>
              <a:t>     Hosts</a:t>
            </a:r>
            <a:r>
              <a:rPr lang="en-IN" dirty="0"/>
              <a:t>: </a:t>
            </a:r>
            <a:r>
              <a:rPr lang="en-IN" dirty="0" err="1"/>
              <a:t>Swyx</a:t>
            </a:r>
            <a:r>
              <a:rPr lang="en-IN" dirty="0"/>
              <a:t> and Alessio Fanelli</a:t>
            </a:r>
          </a:p>
          <a:p>
            <a:pPr marL="0" lvl="0" indent="0">
              <a:buNone/>
            </a:pPr>
            <a:r>
              <a:rPr lang="en-IN" b="1" dirty="0"/>
              <a:t>    Topics</a:t>
            </a:r>
            <a:r>
              <a:rPr lang="en-IN" dirty="0"/>
              <a:t>: LLMs, RAG, prompt engineering, open-source AI tools.</a:t>
            </a:r>
          </a:p>
          <a:p>
            <a:pPr marL="0" lvl="0" indent="0">
              <a:buNone/>
            </a:pPr>
            <a:r>
              <a:rPr lang="en-IN" b="1" dirty="0"/>
              <a:t>    Why</a:t>
            </a:r>
            <a:r>
              <a:rPr lang="en-IN" dirty="0"/>
              <a:t>: Up-to-date, very technical, and GenAI-focused.</a:t>
            </a:r>
          </a:p>
          <a:p>
            <a:pPr marL="0" lvl="0" indent="0">
              <a:buNone/>
            </a:pPr>
            <a:r>
              <a:rPr lang="en-IN" dirty="0"/>
              <a:t>    🔗 </a:t>
            </a:r>
            <a:r>
              <a:rPr lang="en-IN" u="sng" dirty="0" err="1">
                <a:hlinkClick r:id="rId2"/>
              </a:rPr>
              <a:t>latent.space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3564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1122A2-7882-9780-B593-3FC40621CFA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1931" b="38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8A44B5-2718-C8F6-2905-8FF454E15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65835"/>
          </a:xfrm>
        </p:spPr>
        <p:txBody>
          <a:bodyPr>
            <a:normAutofit/>
          </a:bodyPr>
          <a:lstStyle/>
          <a:p>
            <a:r>
              <a:rPr lang="en-IN" dirty="0"/>
              <a:t>Top websites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825255-1488-95C6-1A13-4AAB505585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9370593"/>
              </p:ext>
            </p:extLst>
          </p:nvPr>
        </p:nvGraphicFramePr>
        <p:xfrm>
          <a:off x="838200" y="1463040"/>
          <a:ext cx="10515600" cy="5029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21163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EB31A0-3089-41F3-1520-9521D85D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Continued..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5D190-8BC7-4511-7ADE-61B844825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b="1" dirty="0"/>
              <a:t>4. </a:t>
            </a:r>
            <a:r>
              <a:rPr lang="en-US" b="1" dirty="0" err="1"/>
              <a:t>LangChain</a:t>
            </a:r>
            <a:r>
              <a:rPr lang="en-US" dirty="0"/>
              <a:t> – </a:t>
            </a:r>
            <a:r>
              <a:rPr lang="en-US" dirty="0">
                <a:hlinkClick r:id="rId2"/>
              </a:rPr>
              <a:t>https://www.langchain.com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Why</a:t>
            </a:r>
            <a:r>
              <a:rPr lang="en-US" dirty="0"/>
              <a:t>: LLM framework for chains, agents, and RAG pipelines.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Best For</a:t>
            </a:r>
            <a:r>
              <a:rPr lang="en-US" dirty="0"/>
              <a:t>: Building LLM apps like Q&amp;A, search, and agents.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5. Coursera (AI/ML courses)</a:t>
            </a:r>
            <a:r>
              <a:rPr lang="en-US" dirty="0"/>
              <a:t> – </a:t>
            </a:r>
            <a:r>
              <a:rPr lang="en-US" dirty="0">
                <a:hlinkClick r:id="rId3"/>
              </a:rPr>
              <a:t>https://www.coursera.org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Why</a:t>
            </a:r>
            <a:r>
              <a:rPr lang="en-US" dirty="0"/>
              <a:t>: Courses by Stanford, DeepLearning.AI, Google, etc.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Best For</a:t>
            </a:r>
            <a:r>
              <a:rPr lang="en-US" dirty="0"/>
              <a:t>: Structured learning with certificates.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7077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203CABD-AEF3-FBA2-3CC7-D84E478598A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7680" b="805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AE7E3F-762E-BD54-0497-9DED43848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/>
              <a:t>Continued..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7CF48B-6E33-3368-4AD2-C8E484CB5D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0519794"/>
              </p:ext>
            </p:extLst>
          </p:nvPr>
        </p:nvGraphicFramePr>
        <p:xfrm>
          <a:off x="838200" y="1290320"/>
          <a:ext cx="10515600" cy="53035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97327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6D53A-BC58-FFC2-00AE-B15FAEE23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n-IN" sz="3200"/>
              <a:t>Continued..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A234D-A1F4-AB86-9396-51EB308C9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1929566"/>
            <a:ext cx="5872640" cy="42245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9. GitHub</a:t>
            </a:r>
            <a:r>
              <a:rPr lang="en-US" sz="2000" dirty="0"/>
              <a:t> – </a:t>
            </a:r>
            <a:r>
              <a:rPr lang="en-US" sz="2000" dirty="0">
                <a:hlinkClick r:id="rId2"/>
              </a:rPr>
              <a:t>https://github.com</a:t>
            </a:r>
            <a:endParaRPr lang="en-US" sz="2000" dirty="0"/>
          </a:p>
          <a:p>
            <a:pPr marL="742950" lvl="1" indent="-285750">
              <a:buFont typeface="+mj-lt"/>
              <a:buAutoNum type="arabicPeriod"/>
            </a:pPr>
            <a:r>
              <a:rPr lang="en-US" sz="2000" b="1" dirty="0"/>
              <a:t>Why</a:t>
            </a:r>
            <a:r>
              <a:rPr lang="en-US" sz="2000" dirty="0"/>
              <a:t>: Code hosting, collaboration, and access to open-source ML projects.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b="1" dirty="0"/>
              <a:t>Best For</a:t>
            </a:r>
            <a:r>
              <a:rPr lang="en-US" sz="2000" dirty="0"/>
              <a:t>: Exploring projects, contributing, version control.</a:t>
            </a:r>
          </a:p>
          <a:p>
            <a:pPr marL="0" indent="0">
              <a:buNone/>
            </a:pPr>
            <a:r>
              <a:rPr lang="en-US" sz="2000" b="1" dirty="0"/>
              <a:t>10. Prompt Engineering Guide</a:t>
            </a:r>
            <a:r>
              <a:rPr lang="en-US" sz="2000" dirty="0"/>
              <a:t> – </a:t>
            </a:r>
            <a:r>
              <a:rPr lang="en-US" sz="2000" dirty="0">
                <a:hlinkClick r:id="rId3"/>
              </a:rPr>
              <a:t>https://github.com/dair-ai/Prompt-Engineering-Guide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Why</a:t>
            </a:r>
            <a:r>
              <a:rPr lang="en-US" sz="2000" dirty="0"/>
              <a:t>: Deep insights into prompt engineering and LLM strategies.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Best For</a:t>
            </a:r>
            <a:r>
              <a:rPr lang="en-US" sz="2000" dirty="0"/>
              <a:t>: Learning to use prompts effectively with GPT and other LLMs.</a:t>
            </a:r>
          </a:p>
          <a:p>
            <a:endParaRPr lang="en-IN" sz="1700" dirty="0"/>
          </a:p>
        </p:txBody>
      </p:sp>
      <p:pic>
        <p:nvPicPr>
          <p:cNvPr id="5" name="Picture 4" descr="People working on ideas">
            <a:extLst>
              <a:ext uri="{FF2B5EF4-FFF2-40B4-BE49-F238E27FC236}">
                <a16:creationId xmlns:a16="http://schemas.microsoft.com/office/drawing/2014/main" id="{FDB07045-7DE2-F957-821E-A42C142BFE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4122"/>
          <a:stretch>
            <a:fillRect/>
          </a:stretch>
        </p:blipFill>
        <p:spPr>
          <a:xfrm>
            <a:off x="7244080" y="1929566"/>
            <a:ext cx="4172828" cy="300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388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orld map with flight paths">
            <a:extLst>
              <a:ext uri="{FF2B5EF4-FFF2-40B4-BE49-F238E27FC236}">
                <a16:creationId xmlns:a16="http://schemas.microsoft.com/office/drawing/2014/main" id="{A7D3F89F-4F50-5514-2B73-F15088C9DB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58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AB4829-BDFF-3DF5-DCB0-8F6A96EB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/>
              <a:t>Few more websites: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15509-7F35-305F-6B8D-116B11532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IN" dirty="0"/>
              <a:t>Deeplearning.ai</a:t>
            </a:r>
          </a:p>
          <a:p>
            <a:r>
              <a:rPr lang="en-IN" dirty="0"/>
              <a:t>Analytical Vidya</a:t>
            </a:r>
          </a:p>
          <a:p>
            <a:r>
              <a:rPr lang="en-IN" dirty="0"/>
              <a:t>https://medium.com/tag/data-science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5937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E247666-EB0F-A0AE-65CD-B13D8AE2C9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DDD93E-DE65-B121-F1F5-E38A55692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/>
              <a:t>YouTube channels: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58F3B7-1575-3D43-5DCF-0D03D7DF15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440180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21263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E2AA6-686D-75E7-B3F4-5378BFA46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b="1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3384663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685</Words>
  <Application>Microsoft Office PowerPoint</Application>
  <PresentationFormat>Widescreen</PresentationFormat>
  <Paragraphs>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Resources</vt:lpstr>
      <vt:lpstr>Podcasts to watch:: </vt:lpstr>
      <vt:lpstr>Podcasts</vt:lpstr>
      <vt:lpstr>Continue..</vt:lpstr>
      <vt:lpstr>COntinue..</vt:lpstr>
      <vt:lpstr>Top websites</vt:lpstr>
      <vt:lpstr>Continued..</vt:lpstr>
      <vt:lpstr>Continued..</vt:lpstr>
      <vt:lpstr>Continued..</vt:lpstr>
      <vt:lpstr>Few more websites:</vt:lpstr>
      <vt:lpstr>YouTube channels: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Mahipal Singh</dc:creator>
  <cp:lastModifiedBy>Mahipal Singh</cp:lastModifiedBy>
  <cp:revision>8</cp:revision>
  <dcterms:created xsi:type="dcterms:W3CDTF">2025-06-02T07:51:54Z</dcterms:created>
  <dcterms:modified xsi:type="dcterms:W3CDTF">2025-06-16T10:38:47Z</dcterms:modified>
</cp:coreProperties>
</file>