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36B7A9-2109-4790-B53E-223F24ADAA4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C2A2E69-FEB4-47CC-95E5-0FB2CD735214}">
      <dgm:prSet/>
      <dgm:spPr/>
      <dgm:t>
        <a:bodyPr/>
        <a:lstStyle/>
        <a:p>
          <a:r>
            <a:rPr lang="en-IN"/>
            <a:t>import joblib</a:t>
          </a:r>
          <a:endParaRPr lang="en-US"/>
        </a:p>
      </dgm:t>
    </dgm:pt>
    <dgm:pt modelId="{A239E208-A21B-4E6D-A3C8-8548CC56CB74}" type="parTrans" cxnId="{2718C820-ECE0-4D18-A511-F1BECF81F3DE}">
      <dgm:prSet/>
      <dgm:spPr/>
      <dgm:t>
        <a:bodyPr/>
        <a:lstStyle/>
        <a:p>
          <a:endParaRPr lang="en-US"/>
        </a:p>
      </dgm:t>
    </dgm:pt>
    <dgm:pt modelId="{96A4367E-D3C9-4C01-A54C-7C4CCF8FA629}" type="sibTrans" cxnId="{2718C820-ECE0-4D18-A511-F1BECF81F3DE}">
      <dgm:prSet/>
      <dgm:spPr/>
      <dgm:t>
        <a:bodyPr/>
        <a:lstStyle/>
        <a:p>
          <a:endParaRPr lang="en-US"/>
        </a:p>
      </dgm:t>
    </dgm:pt>
    <dgm:pt modelId="{8A54B61F-3F3F-43C5-90A2-3CE89C82700E}">
      <dgm:prSet/>
      <dgm:spPr/>
      <dgm:t>
        <a:bodyPr/>
        <a:lstStyle/>
        <a:p>
          <a:r>
            <a:rPr lang="en-IN" b="1"/>
            <a:t># Step 1: Train model</a:t>
          </a:r>
          <a:endParaRPr lang="en-US"/>
        </a:p>
      </dgm:t>
    </dgm:pt>
    <dgm:pt modelId="{1220ACB9-2F3E-4CA9-A58D-FDDD1FA1DD90}" type="parTrans" cxnId="{16599E96-F786-47C5-998B-F2A824C87F0D}">
      <dgm:prSet/>
      <dgm:spPr/>
      <dgm:t>
        <a:bodyPr/>
        <a:lstStyle/>
        <a:p>
          <a:endParaRPr lang="en-US"/>
        </a:p>
      </dgm:t>
    </dgm:pt>
    <dgm:pt modelId="{6E301888-0671-4A39-9EF7-39E283F06353}" type="sibTrans" cxnId="{16599E96-F786-47C5-998B-F2A824C87F0D}">
      <dgm:prSet/>
      <dgm:spPr/>
      <dgm:t>
        <a:bodyPr/>
        <a:lstStyle/>
        <a:p>
          <a:endParaRPr lang="en-US"/>
        </a:p>
      </dgm:t>
    </dgm:pt>
    <dgm:pt modelId="{E8419E7D-C2D4-40E1-94E9-1C33023F89BB}">
      <dgm:prSet/>
      <dgm:spPr/>
      <dgm:t>
        <a:bodyPr/>
        <a:lstStyle/>
        <a:p>
          <a:r>
            <a:rPr lang="en-IN" b="1"/>
            <a:t># Step 2: Save the model</a:t>
          </a:r>
          <a:endParaRPr lang="en-US"/>
        </a:p>
      </dgm:t>
    </dgm:pt>
    <dgm:pt modelId="{E3BF1D82-B82D-40C7-AAC3-112DE0C17AF6}" type="parTrans" cxnId="{3AF6A28D-4A95-43A0-B6FE-6947FEAC7114}">
      <dgm:prSet/>
      <dgm:spPr/>
      <dgm:t>
        <a:bodyPr/>
        <a:lstStyle/>
        <a:p>
          <a:endParaRPr lang="en-US"/>
        </a:p>
      </dgm:t>
    </dgm:pt>
    <dgm:pt modelId="{69175E4E-7E2D-4588-963D-52D59ACB16B1}" type="sibTrans" cxnId="{3AF6A28D-4A95-43A0-B6FE-6947FEAC7114}">
      <dgm:prSet/>
      <dgm:spPr/>
      <dgm:t>
        <a:bodyPr/>
        <a:lstStyle/>
        <a:p>
          <a:endParaRPr lang="en-US"/>
        </a:p>
      </dgm:t>
    </dgm:pt>
    <dgm:pt modelId="{6FD5CD30-5542-46F1-BA7B-9431B1BE289B}">
      <dgm:prSet/>
      <dgm:spPr/>
      <dgm:t>
        <a:bodyPr/>
        <a:lstStyle/>
        <a:p>
          <a:r>
            <a:rPr lang="en-IN"/>
            <a:t>joblib.dump(model, 'rf_model.joblib')</a:t>
          </a:r>
          <a:endParaRPr lang="en-US"/>
        </a:p>
      </dgm:t>
    </dgm:pt>
    <dgm:pt modelId="{8F00F8F7-A69C-479E-9C87-DB609951C67F}" type="parTrans" cxnId="{2D92039F-B50A-4803-83A1-EE6705B8BCFD}">
      <dgm:prSet/>
      <dgm:spPr/>
      <dgm:t>
        <a:bodyPr/>
        <a:lstStyle/>
        <a:p>
          <a:endParaRPr lang="en-US"/>
        </a:p>
      </dgm:t>
    </dgm:pt>
    <dgm:pt modelId="{BDA8C316-4BFC-4CD5-BD97-2023734D6D97}" type="sibTrans" cxnId="{2D92039F-B50A-4803-83A1-EE6705B8BCFD}">
      <dgm:prSet/>
      <dgm:spPr/>
      <dgm:t>
        <a:bodyPr/>
        <a:lstStyle/>
        <a:p>
          <a:endParaRPr lang="en-US"/>
        </a:p>
      </dgm:t>
    </dgm:pt>
    <dgm:pt modelId="{2690CFA8-D81E-40E4-8874-62C2342748AD}">
      <dgm:prSet/>
      <dgm:spPr/>
      <dgm:t>
        <a:bodyPr/>
        <a:lstStyle/>
        <a:p>
          <a:r>
            <a:rPr lang="en-IN" b="1"/>
            <a:t># Step 3: Load it back</a:t>
          </a:r>
          <a:endParaRPr lang="en-US"/>
        </a:p>
      </dgm:t>
    </dgm:pt>
    <dgm:pt modelId="{5C43287B-0090-47B4-963F-9C98C0DBF7F9}" type="parTrans" cxnId="{480C1822-A1B1-4ADE-9D6B-E02760227EF3}">
      <dgm:prSet/>
      <dgm:spPr/>
      <dgm:t>
        <a:bodyPr/>
        <a:lstStyle/>
        <a:p>
          <a:endParaRPr lang="en-US"/>
        </a:p>
      </dgm:t>
    </dgm:pt>
    <dgm:pt modelId="{C5B1B91B-E81F-4E64-977A-4C1C4EC93882}" type="sibTrans" cxnId="{480C1822-A1B1-4ADE-9D6B-E02760227EF3}">
      <dgm:prSet/>
      <dgm:spPr/>
      <dgm:t>
        <a:bodyPr/>
        <a:lstStyle/>
        <a:p>
          <a:endParaRPr lang="en-US"/>
        </a:p>
      </dgm:t>
    </dgm:pt>
    <dgm:pt modelId="{AACDC019-2FE7-4D71-9EFD-82384A08CB53}">
      <dgm:prSet/>
      <dgm:spPr/>
      <dgm:t>
        <a:bodyPr/>
        <a:lstStyle/>
        <a:p>
          <a:r>
            <a:rPr lang="en-IN"/>
            <a:t>loaded_model = joblib.load('rf_model.joblib')</a:t>
          </a:r>
          <a:endParaRPr lang="en-US"/>
        </a:p>
      </dgm:t>
    </dgm:pt>
    <dgm:pt modelId="{10DDB950-81CB-433B-A184-DC2C93FA52DB}" type="parTrans" cxnId="{77CF5128-8350-4C55-9093-731EC54E1F11}">
      <dgm:prSet/>
      <dgm:spPr/>
      <dgm:t>
        <a:bodyPr/>
        <a:lstStyle/>
        <a:p>
          <a:endParaRPr lang="en-US"/>
        </a:p>
      </dgm:t>
    </dgm:pt>
    <dgm:pt modelId="{C089EDEF-BC9F-4444-8D5B-A5EA3FCC0807}" type="sibTrans" cxnId="{77CF5128-8350-4C55-9093-731EC54E1F11}">
      <dgm:prSet/>
      <dgm:spPr/>
      <dgm:t>
        <a:bodyPr/>
        <a:lstStyle/>
        <a:p>
          <a:endParaRPr lang="en-US"/>
        </a:p>
      </dgm:t>
    </dgm:pt>
    <dgm:pt modelId="{22DEB87C-7270-41C3-890B-1353344C58F0}" type="pres">
      <dgm:prSet presAssocID="{AA36B7A9-2109-4790-B53E-223F24ADAA4A}" presName="Name0" presStyleCnt="0">
        <dgm:presLayoutVars>
          <dgm:dir/>
          <dgm:resizeHandles val="exact"/>
        </dgm:presLayoutVars>
      </dgm:prSet>
      <dgm:spPr/>
    </dgm:pt>
    <dgm:pt modelId="{800DA3E6-3FAA-4C62-9F2C-E93E9ACA8B1E}" type="pres">
      <dgm:prSet presAssocID="{2C2A2E69-FEB4-47CC-95E5-0FB2CD735214}" presName="node" presStyleLbl="node1" presStyleIdx="0" presStyleCnt="6">
        <dgm:presLayoutVars>
          <dgm:bulletEnabled val="1"/>
        </dgm:presLayoutVars>
      </dgm:prSet>
      <dgm:spPr/>
    </dgm:pt>
    <dgm:pt modelId="{FB366FD1-AC03-45DA-B4ED-B779370BA9E8}" type="pres">
      <dgm:prSet presAssocID="{96A4367E-D3C9-4C01-A54C-7C4CCF8FA629}" presName="sibTrans" presStyleLbl="sibTrans1D1" presStyleIdx="0" presStyleCnt="5"/>
      <dgm:spPr/>
    </dgm:pt>
    <dgm:pt modelId="{E69D7274-7208-4DEF-8962-5D2B040C7B72}" type="pres">
      <dgm:prSet presAssocID="{96A4367E-D3C9-4C01-A54C-7C4CCF8FA629}" presName="connectorText" presStyleLbl="sibTrans1D1" presStyleIdx="0" presStyleCnt="5"/>
      <dgm:spPr/>
    </dgm:pt>
    <dgm:pt modelId="{9783533A-B367-4C95-A015-736C12A2CC10}" type="pres">
      <dgm:prSet presAssocID="{8A54B61F-3F3F-43C5-90A2-3CE89C82700E}" presName="node" presStyleLbl="node1" presStyleIdx="1" presStyleCnt="6">
        <dgm:presLayoutVars>
          <dgm:bulletEnabled val="1"/>
        </dgm:presLayoutVars>
      </dgm:prSet>
      <dgm:spPr/>
    </dgm:pt>
    <dgm:pt modelId="{BBF63678-824C-407D-96A1-172E1E112FDA}" type="pres">
      <dgm:prSet presAssocID="{6E301888-0671-4A39-9EF7-39E283F06353}" presName="sibTrans" presStyleLbl="sibTrans1D1" presStyleIdx="1" presStyleCnt="5"/>
      <dgm:spPr/>
    </dgm:pt>
    <dgm:pt modelId="{D5A375B1-A641-45DB-9F56-A952465B7B23}" type="pres">
      <dgm:prSet presAssocID="{6E301888-0671-4A39-9EF7-39E283F06353}" presName="connectorText" presStyleLbl="sibTrans1D1" presStyleIdx="1" presStyleCnt="5"/>
      <dgm:spPr/>
    </dgm:pt>
    <dgm:pt modelId="{BD766B8A-C046-4B3F-889A-CF3A49523F1D}" type="pres">
      <dgm:prSet presAssocID="{E8419E7D-C2D4-40E1-94E9-1C33023F89BB}" presName="node" presStyleLbl="node1" presStyleIdx="2" presStyleCnt="6">
        <dgm:presLayoutVars>
          <dgm:bulletEnabled val="1"/>
        </dgm:presLayoutVars>
      </dgm:prSet>
      <dgm:spPr/>
    </dgm:pt>
    <dgm:pt modelId="{6D413823-9712-4026-A690-74E286EB7C1C}" type="pres">
      <dgm:prSet presAssocID="{69175E4E-7E2D-4588-963D-52D59ACB16B1}" presName="sibTrans" presStyleLbl="sibTrans1D1" presStyleIdx="2" presStyleCnt="5"/>
      <dgm:spPr/>
    </dgm:pt>
    <dgm:pt modelId="{B7012DBF-106D-4838-8D40-74EE47D4AA96}" type="pres">
      <dgm:prSet presAssocID="{69175E4E-7E2D-4588-963D-52D59ACB16B1}" presName="connectorText" presStyleLbl="sibTrans1D1" presStyleIdx="2" presStyleCnt="5"/>
      <dgm:spPr/>
    </dgm:pt>
    <dgm:pt modelId="{B0141B9D-5DB4-4F8B-9AAC-41E44494C859}" type="pres">
      <dgm:prSet presAssocID="{6FD5CD30-5542-46F1-BA7B-9431B1BE289B}" presName="node" presStyleLbl="node1" presStyleIdx="3" presStyleCnt="6">
        <dgm:presLayoutVars>
          <dgm:bulletEnabled val="1"/>
        </dgm:presLayoutVars>
      </dgm:prSet>
      <dgm:spPr/>
    </dgm:pt>
    <dgm:pt modelId="{CC05A636-78E2-4E26-8815-116BB5F83055}" type="pres">
      <dgm:prSet presAssocID="{BDA8C316-4BFC-4CD5-BD97-2023734D6D97}" presName="sibTrans" presStyleLbl="sibTrans1D1" presStyleIdx="3" presStyleCnt="5"/>
      <dgm:spPr/>
    </dgm:pt>
    <dgm:pt modelId="{2BF2D8B6-F8F3-45C1-B566-BF325548B1A1}" type="pres">
      <dgm:prSet presAssocID="{BDA8C316-4BFC-4CD5-BD97-2023734D6D97}" presName="connectorText" presStyleLbl="sibTrans1D1" presStyleIdx="3" presStyleCnt="5"/>
      <dgm:spPr/>
    </dgm:pt>
    <dgm:pt modelId="{8DE0746E-E715-454A-ABC2-C9A08E0AD752}" type="pres">
      <dgm:prSet presAssocID="{2690CFA8-D81E-40E4-8874-62C2342748AD}" presName="node" presStyleLbl="node1" presStyleIdx="4" presStyleCnt="6">
        <dgm:presLayoutVars>
          <dgm:bulletEnabled val="1"/>
        </dgm:presLayoutVars>
      </dgm:prSet>
      <dgm:spPr/>
    </dgm:pt>
    <dgm:pt modelId="{0C9A29BE-3AE9-4B32-9226-5245B526471D}" type="pres">
      <dgm:prSet presAssocID="{C5B1B91B-E81F-4E64-977A-4C1C4EC93882}" presName="sibTrans" presStyleLbl="sibTrans1D1" presStyleIdx="4" presStyleCnt="5"/>
      <dgm:spPr/>
    </dgm:pt>
    <dgm:pt modelId="{3D2FF500-8B82-4E2B-A5EC-160FD7D0D48A}" type="pres">
      <dgm:prSet presAssocID="{C5B1B91B-E81F-4E64-977A-4C1C4EC93882}" presName="connectorText" presStyleLbl="sibTrans1D1" presStyleIdx="4" presStyleCnt="5"/>
      <dgm:spPr/>
    </dgm:pt>
    <dgm:pt modelId="{D3619C01-7AF9-489E-A5B6-AD9768C4EB01}" type="pres">
      <dgm:prSet presAssocID="{AACDC019-2FE7-4D71-9EFD-82384A08CB53}" presName="node" presStyleLbl="node1" presStyleIdx="5" presStyleCnt="6">
        <dgm:presLayoutVars>
          <dgm:bulletEnabled val="1"/>
        </dgm:presLayoutVars>
      </dgm:prSet>
      <dgm:spPr/>
    </dgm:pt>
  </dgm:ptLst>
  <dgm:cxnLst>
    <dgm:cxn modelId="{0AFD8C0F-8EC5-4DE3-ABDB-A6F74478E213}" type="presOf" srcId="{E8419E7D-C2D4-40E1-94E9-1C33023F89BB}" destId="{BD766B8A-C046-4B3F-889A-CF3A49523F1D}" srcOrd="0" destOrd="0" presId="urn:microsoft.com/office/officeart/2016/7/layout/RepeatingBendingProcessNew"/>
    <dgm:cxn modelId="{2222C70F-F012-4969-9837-116FCC5B191B}" type="presOf" srcId="{6FD5CD30-5542-46F1-BA7B-9431B1BE289B}" destId="{B0141B9D-5DB4-4F8B-9AAC-41E44494C859}" srcOrd="0" destOrd="0" presId="urn:microsoft.com/office/officeart/2016/7/layout/RepeatingBendingProcessNew"/>
    <dgm:cxn modelId="{24C45316-92CF-438E-9D3A-4D2800258542}" type="presOf" srcId="{BDA8C316-4BFC-4CD5-BD97-2023734D6D97}" destId="{2BF2D8B6-F8F3-45C1-B566-BF325548B1A1}" srcOrd="1" destOrd="0" presId="urn:microsoft.com/office/officeart/2016/7/layout/RepeatingBendingProcessNew"/>
    <dgm:cxn modelId="{2718C820-ECE0-4D18-A511-F1BECF81F3DE}" srcId="{AA36B7A9-2109-4790-B53E-223F24ADAA4A}" destId="{2C2A2E69-FEB4-47CC-95E5-0FB2CD735214}" srcOrd="0" destOrd="0" parTransId="{A239E208-A21B-4E6D-A3C8-8548CC56CB74}" sibTransId="{96A4367E-D3C9-4C01-A54C-7C4CCF8FA629}"/>
    <dgm:cxn modelId="{480C1822-A1B1-4ADE-9D6B-E02760227EF3}" srcId="{AA36B7A9-2109-4790-B53E-223F24ADAA4A}" destId="{2690CFA8-D81E-40E4-8874-62C2342748AD}" srcOrd="4" destOrd="0" parTransId="{5C43287B-0090-47B4-963F-9C98C0DBF7F9}" sibTransId="{C5B1B91B-E81F-4E64-977A-4C1C4EC93882}"/>
    <dgm:cxn modelId="{77CF5128-8350-4C55-9093-731EC54E1F11}" srcId="{AA36B7A9-2109-4790-B53E-223F24ADAA4A}" destId="{AACDC019-2FE7-4D71-9EFD-82384A08CB53}" srcOrd="5" destOrd="0" parTransId="{10DDB950-81CB-433B-A184-DC2C93FA52DB}" sibTransId="{C089EDEF-BC9F-4444-8D5B-A5EA3FCC0807}"/>
    <dgm:cxn modelId="{527C665D-1315-477B-B3EC-3FB11D9E515B}" type="presOf" srcId="{BDA8C316-4BFC-4CD5-BD97-2023734D6D97}" destId="{CC05A636-78E2-4E26-8815-116BB5F83055}" srcOrd="0" destOrd="0" presId="urn:microsoft.com/office/officeart/2016/7/layout/RepeatingBendingProcessNew"/>
    <dgm:cxn modelId="{8804186D-2FE2-4CAE-832A-0B718532E9BE}" type="presOf" srcId="{AACDC019-2FE7-4D71-9EFD-82384A08CB53}" destId="{D3619C01-7AF9-489E-A5B6-AD9768C4EB01}" srcOrd="0" destOrd="0" presId="urn:microsoft.com/office/officeart/2016/7/layout/RepeatingBendingProcessNew"/>
    <dgm:cxn modelId="{D6FBDF6D-6388-40FC-A3F3-B9CECF492ABB}" type="presOf" srcId="{AA36B7A9-2109-4790-B53E-223F24ADAA4A}" destId="{22DEB87C-7270-41C3-890B-1353344C58F0}" srcOrd="0" destOrd="0" presId="urn:microsoft.com/office/officeart/2016/7/layout/RepeatingBendingProcessNew"/>
    <dgm:cxn modelId="{D1113354-E3EF-42E9-8513-307855F33D5F}" type="presOf" srcId="{C5B1B91B-E81F-4E64-977A-4C1C4EC93882}" destId="{0C9A29BE-3AE9-4B32-9226-5245B526471D}" srcOrd="0" destOrd="0" presId="urn:microsoft.com/office/officeart/2016/7/layout/RepeatingBendingProcessNew"/>
    <dgm:cxn modelId="{C8EC0879-EFC9-43AA-AE59-B1E0EA75743B}" type="presOf" srcId="{2C2A2E69-FEB4-47CC-95E5-0FB2CD735214}" destId="{800DA3E6-3FAA-4C62-9F2C-E93E9ACA8B1E}" srcOrd="0" destOrd="0" presId="urn:microsoft.com/office/officeart/2016/7/layout/RepeatingBendingProcessNew"/>
    <dgm:cxn modelId="{35B5AE7B-DC31-4E3D-8197-4433C742A46E}" type="presOf" srcId="{69175E4E-7E2D-4588-963D-52D59ACB16B1}" destId="{6D413823-9712-4026-A690-74E286EB7C1C}" srcOrd="0" destOrd="0" presId="urn:microsoft.com/office/officeart/2016/7/layout/RepeatingBendingProcessNew"/>
    <dgm:cxn modelId="{D7F4CA7C-68B3-4D90-921F-CF9EBE71DD27}" type="presOf" srcId="{96A4367E-D3C9-4C01-A54C-7C4CCF8FA629}" destId="{FB366FD1-AC03-45DA-B4ED-B779370BA9E8}" srcOrd="0" destOrd="0" presId="urn:microsoft.com/office/officeart/2016/7/layout/RepeatingBendingProcessNew"/>
    <dgm:cxn modelId="{3AF6A28D-4A95-43A0-B6FE-6947FEAC7114}" srcId="{AA36B7A9-2109-4790-B53E-223F24ADAA4A}" destId="{E8419E7D-C2D4-40E1-94E9-1C33023F89BB}" srcOrd="2" destOrd="0" parTransId="{E3BF1D82-B82D-40C7-AAC3-112DE0C17AF6}" sibTransId="{69175E4E-7E2D-4588-963D-52D59ACB16B1}"/>
    <dgm:cxn modelId="{85E58293-D48C-4441-84CE-57298AB0C012}" type="presOf" srcId="{6E301888-0671-4A39-9EF7-39E283F06353}" destId="{D5A375B1-A641-45DB-9F56-A952465B7B23}" srcOrd="1" destOrd="0" presId="urn:microsoft.com/office/officeart/2016/7/layout/RepeatingBendingProcessNew"/>
    <dgm:cxn modelId="{16599E96-F786-47C5-998B-F2A824C87F0D}" srcId="{AA36B7A9-2109-4790-B53E-223F24ADAA4A}" destId="{8A54B61F-3F3F-43C5-90A2-3CE89C82700E}" srcOrd="1" destOrd="0" parTransId="{1220ACB9-2F3E-4CA9-A58D-FDDD1FA1DD90}" sibTransId="{6E301888-0671-4A39-9EF7-39E283F06353}"/>
    <dgm:cxn modelId="{2D92039F-B50A-4803-83A1-EE6705B8BCFD}" srcId="{AA36B7A9-2109-4790-B53E-223F24ADAA4A}" destId="{6FD5CD30-5542-46F1-BA7B-9431B1BE289B}" srcOrd="3" destOrd="0" parTransId="{8F00F8F7-A69C-479E-9C87-DB609951C67F}" sibTransId="{BDA8C316-4BFC-4CD5-BD97-2023734D6D97}"/>
    <dgm:cxn modelId="{7D040CAA-47A4-482A-A4D2-7E8CF72B73B8}" type="presOf" srcId="{2690CFA8-D81E-40E4-8874-62C2342748AD}" destId="{8DE0746E-E715-454A-ABC2-C9A08E0AD752}" srcOrd="0" destOrd="0" presId="urn:microsoft.com/office/officeart/2016/7/layout/RepeatingBendingProcessNew"/>
    <dgm:cxn modelId="{F6F810BF-73DB-48AD-8225-70A528139276}" type="presOf" srcId="{8A54B61F-3F3F-43C5-90A2-3CE89C82700E}" destId="{9783533A-B367-4C95-A015-736C12A2CC10}" srcOrd="0" destOrd="0" presId="urn:microsoft.com/office/officeart/2016/7/layout/RepeatingBendingProcessNew"/>
    <dgm:cxn modelId="{DF0123C0-4542-4B10-84CA-C370D5B1F32B}" type="presOf" srcId="{C5B1B91B-E81F-4E64-977A-4C1C4EC93882}" destId="{3D2FF500-8B82-4E2B-A5EC-160FD7D0D48A}" srcOrd="1" destOrd="0" presId="urn:microsoft.com/office/officeart/2016/7/layout/RepeatingBendingProcessNew"/>
    <dgm:cxn modelId="{70D36FCD-523A-4AE8-A141-79B2AAA99A74}" type="presOf" srcId="{69175E4E-7E2D-4588-963D-52D59ACB16B1}" destId="{B7012DBF-106D-4838-8D40-74EE47D4AA96}" srcOrd="1" destOrd="0" presId="urn:microsoft.com/office/officeart/2016/7/layout/RepeatingBendingProcessNew"/>
    <dgm:cxn modelId="{827ACFD0-678A-41C1-B6C7-66D5942DBFAB}" type="presOf" srcId="{96A4367E-D3C9-4C01-A54C-7C4CCF8FA629}" destId="{E69D7274-7208-4DEF-8962-5D2B040C7B72}" srcOrd="1" destOrd="0" presId="urn:microsoft.com/office/officeart/2016/7/layout/RepeatingBendingProcessNew"/>
    <dgm:cxn modelId="{11924CFA-773B-4288-B321-B3CF3FE85C84}" type="presOf" srcId="{6E301888-0671-4A39-9EF7-39E283F06353}" destId="{BBF63678-824C-407D-96A1-172E1E112FDA}" srcOrd="0" destOrd="0" presId="urn:microsoft.com/office/officeart/2016/7/layout/RepeatingBendingProcessNew"/>
    <dgm:cxn modelId="{F9CF54B4-D0FF-4DF6-A953-3847DE2924FB}" type="presParOf" srcId="{22DEB87C-7270-41C3-890B-1353344C58F0}" destId="{800DA3E6-3FAA-4C62-9F2C-E93E9ACA8B1E}" srcOrd="0" destOrd="0" presId="urn:microsoft.com/office/officeart/2016/7/layout/RepeatingBendingProcessNew"/>
    <dgm:cxn modelId="{CCB06D5B-BC7D-43FE-BC3F-CE4385731527}" type="presParOf" srcId="{22DEB87C-7270-41C3-890B-1353344C58F0}" destId="{FB366FD1-AC03-45DA-B4ED-B779370BA9E8}" srcOrd="1" destOrd="0" presId="urn:microsoft.com/office/officeart/2016/7/layout/RepeatingBendingProcessNew"/>
    <dgm:cxn modelId="{F68A918B-4436-4198-A74A-D92FAE786668}" type="presParOf" srcId="{FB366FD1-AC03-45DA-B4ED-B779370BA9E8}" destId="{E69D7274-7208-4DEF-8962-5D2B040C7B72}" srcOrd="0" destOrd="0" presId="urn:microsoft.com/office/officeart/2016/7/layout/RepeatingBendingProcessNew"/>
    <dgm:cxn modelId="{D5F3A6F9-BDAA-45E4-A534-8A13136E147A}" type="presParOf" srcId="{22DEB87C-7270-41C3-890B-1353344C58F0}" destId="{9783533A-B367-4C95-A015-736C12A2CC10}" srcOrd="2" destOrd="0" presId="urn:microsoft.com/office/officeart/2016/7/layout/RepeatingBendingProcessNew"/>
    <dgm:cxn modelId="{D0B9B26C-1451-408E-9CEB-5B7E99A8A8C7}" type="presParOf" srcId="{22DEB87C-7270-41C3-890B-1353344C58F0}" destId="{BBF63678-824C-407D-96A1-172E1E112FDA}" srcOrd="3" destOrd="0" presId="urn:microsoft.com/office/officeart/2016/7/layout/RepeatingBendingProcessNew"/>
    <dgm:cxn modelId="{8C976196-0B72-4F54-BCBC-9090D73D1BE0}" type="presParOf" srcId="{BBF63678-824C-407D-96A1-172E1E112FDA}" destId="{D5A375B1-A641-45DB-9F56-A952465B7B23}" srcOrd="0" destOrd="0" presId="urn:microsoft.com/office/officeart/2016/7/layout/RepeatingBendingProcessNew"/>
    <dgm:cxn modelId="{10D90A38-F277-463B-9BF7-5AB6BC7DCBD1}" type="presParOf" srcId="{22DEB87C-7270-41C3-890B-1353344C58F0}" destId="{BD766B8A-C046-4B3F-889A-CF3A49523F1D}" srcOrd="4" destOrd="0" presId="urn:microsoft.com/office/officeart/2016/7/layout/RepeatingBendingProcessNew"/>
    <dgm:cxn modelId="{91A20853-8667-49E8-B817-20BD77E6FF97}" type="presParOf" srcId="{22DEB87C-7270-41C3-890B-1353344C58F0}" destId="{6D413823-9712-4026-A690-74E286EB7C1C}" srcOrd="5" destOrd="0" presId="urn:microsoft.com/office/officeart/2016/7/layout/RepeatingBendingProcessNew"/>
    <dgm:cxn modelId="{93BA077C-C6EC-488F-9A80-C01EA69F263D}" type="presParOf" srcId="{6D413823-9712-4026-A690-74E286EB7C1C}" destId="{B7012DBF-106D-4838-8D40-74EE47D4AA96}" srcOrd="0" destOrd="0" presId="urn:microsoft.com/office/officeart/2016/7/layout/RepeatingBendingProcessNew"/>
    <dgm:cxn modelId="{B1590D6B-6AFC-4174-9171-DE093F6179BA}" type="presParOf" srcId="{22DEB87C-7270-41C3-890B-1353344C58F0}" destId="{B0141B9D-5DB4-4F8B-9AAC-41E44494C859}" srcOrd="6" destOrd="0" presId="urn:microsoft.com/office/officeart/2016/7/layout/RepeatingBendingProcessNew"/>
    <dgm:cxn modelId="{16A0B2A6-72C0-4DFD-B410-73D70217220B}" type="presParOf" srcId="{22DEB87C-7270-41C3-890B-1353344C58F0}" destId="{CC05A636-78E2-4E26-8815-116BB5F83055}" srcOrd="7" destOrd="0" presId="urn:microsoft.com/office/officeart/2016/7/layout/RepeatingBendingProcessNew"/>
    <dgm:cxn modelId="{2BD7B998-BCA9-473A-9BD1-7D53C25745B8}" type="presParOf" srcId="{CC05A636-78E2-4E26-8815-116BB5F83055}" destId="{2BF2D8B6-F8F3-45C1-B566-BF325548B1A1}" srcOrd="0" destOrd="0" presId="urn:microsoft.com/office/officeart/2016/7/layout/RepeatingBendingProcessNew"/>
    <dgm:cxn modelId="{28572DA2-AC16-4442-9722-C3BB4151F998}" type="presParOf" srcId="{22DEB87C-7270-41C3-890B-1353344C58F0}" destId="{8DE0746E-E715-454A-ABC2-C9A08E0AD752}" srcOrd="8" destOrd="0" presId="urn:microsoft.com/office/officeart/2016/7/layout/RepeatingBendingProcessNew"/>
    <dgm:cxn modelId="{C0D2561C-4878-4021-A694-4168C8E463D4}" type="presParOf" srcId="{22DEB87C-7270-41C3-890B-1353344C58F0}" destId="{0C9A29BE-3AE9-4B32-9226-5245B526471D}" srcOrd="9" destOrd="0" presId="urn:microsoft.com/office/officeart/2016/7/layout/RepeatingBendingProcessNew"/>
    <dgm:cxn modelId="{DBC5F572-5D7E-4A6D-AE89-2D2A21E33987}" type="presParOf" srcId="{0C9A29BE-3AE9-4B32-9226-5245B526471D}" destId="{3D2FF500-8B82-4E2B-A5EC-160FD7D0D48A}" srcOrd="0" destOrd="0" presId="urn:microsoft.com/office/officeart/2016/7/layout/RepeatingBendingProcessNew"/>
    <dgm:cxn modelId="{B5CDB17E-8A8D-4537-8AFF-329458E63AFF}" type="presParOf" srcId="{22DEB87C-7270-41C3-890B-1353344C58F0}" destId="{D3619C01-7AF9-489E-A5B6-AD9768C4EB01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9A2EE8-0E3B-4881-A1C3-C41B6586FED4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4700F79-B346-4700-9F75-96089C4D64B6}">
      <dgm:prSet/>
      <dgm:spPr/>
      <dgm:t>
        <a:bodyPr/>
        <a:lstStyle/>
        <a:p>
          <a:r>
            <a:rPr lang="en-US" b="0" i="0" baseline="0"/>
            <a:t>import pickle</a:t>
          </a:r>
          <a:endParaRPr lang="en-US"/>
        </a:p>
      </dgm:t>
    </dgm:pt>
    <dgm:pt modelId="{52F0FC43-3A99-46C0-AF2F-B6B70D2384D7}" type="parTrans" cxnId="{6DCF60F7-1CEA-4D59-B512-9E55F100BA9F}">
      <dgm:prSet/>
      <dgm:spPr/>
      <dgm:t>
        <a:bodyPr/>
        <a:lstStyle/>
        <a:p>
          <a:endParaRPr lang="en-US"/>
        </a:p>
      </dgm:t>
    </dgm:pt>
    <dgm:pt modelId="{BCCA5DEF-4C8E-4F2B-8A52-057EE8CF48FC}" type="sibTrans" cxnId="{6DCF60F7-1CEA-4D59-B512-9E55F100BA9F}">
      <dgm:prSet/>
      <dgm:spPr/>
      <dgm:t>
        <a:bodyPr/>
        <a:lstStyle/>
        <a:p>
          <a:endParaRPr lang="en-US"/>
        </a:p>
      </dgm:t>
    </dgm:pt>
    <dgm:pt modelId="{7CECA64A-BFD0-4C5A-A41F-EFC185ED9E4F}">
      <dgm:prSet/>
      <dgm:spPr/>
      <dgm:t>
        <a:bodyPr/>
        <a:lstStyle/>
        <a:p>
          <a:r>
            <a:rPr lang="en-US" b="1" i="0" baseline="0" dirty="0"/>
            <a:t># Save</a:t>
          </a:r>
          <a:endParaRPr lang="en-US" b="1" dirty="0"/>
        </a:p>
      </dgm:t>
    </dgm:pt>
    <dgm:pt modelId="{4FB26324-A62A-4447-A3DF-3341E8A827D6}" type="parTrans" cxnId="{7F28564C-153F-4EF8-B433-A17B1BDB3D17}">
      <dgm:prSet/>
      <dgm:spPr/>
      <dgm:t>
        <a:bodyPr/>
        <a:lstStyle/>
        <a:p>
          <a:endParaRPr lang="en-US"/>
        </a:p>
      </dgm:t>
    </dgm:pt>
    <dgm:pt modelId="{B16502FD-42F0-459C-82C6-019928923A8B}" type="sibTrans" cxnId="{7F28564C-153F-4EF8-B433-A17B1BDB3D17}">
      <dgm:prSet/>
      <dgm:spPr/>
      <dgm:t>
        <a:bodyPr/>
        <a:lstStyle/>
        <a:p>
          <a:endParaRPr lang="en-US"/>
        </a:p>
      </dgm:t>
    </dgm:pt>
    <dgm:pt modelId="{1EC231A3-7661-4058-849D-4343972B7596}">
      <dgm:prSet/>
      <dgm:spPr/>
      <dgm:t>
        <a:bodyPr/>
        <a:lstStyle/>
        <a:p>
          <a:r>
            <a:rPr lang="en-US" b="0" i="0" baseline="0"/>
            <a:t>with open('model.pkl', 'wb') as f:</a:t>
          </a:r>
          <a:endParaRPr lang="en-US"/>
        </a:p>
      </dgm:t>
    </dgm:pt>
    <dgm:pt modelId="{15C0A6B6-2F06-4C64-825F-6DB7852A2A15}" type="parTrans" cxnId="{9E34B791-2F7A-4810-A2A2-85FC351608D7}">
      <dgm:prSet/>
      <dgm:spPr/>
      <dgm:t>
        <a:bodyPr/>
        <a:lstStyle/>
        <a:p>
          <a:endParaRPr lang="en-US"/>
        </a:p>
      </dgm:t>
    </dgm:pt>
    <dgm:pt modelId="{D17C5270-9CA3-4BAB-BC0F-288EBF8C98A9}" type="sibTrans" cxnId="{9E34B791-2F7A-4810-A2A2-85FC351608D7}">
      <dgm:prSet/>
      <dgm:spPr/>
      <dgm:t>
        <a:bodyPr/>
        <a:lstStyle/>
        <a:p>
          <a:endParaRPr lang="en-US"/>
        </a:p>
      </dgm:t>
    </dgm:pt>
    <dgm:pt modelId="{F546C29D-8ED4-49D0-B929-C473F3826BC7}">
      <dgm:prSet/>
      <dgm:spPr/>
      <dgm:t>
        <a:bodyPr/>
        <a:lstStyle/>
        <a:p>
          <a:r>
            <a:rPr lang="en-US" b="0" i="0" baseline="0"/>
            <a:t>pickle.dump(model, f)</a:t>
          </a:r>
          <a:endParaRPr lang="en-US"/>
        </a:p>
      </dgm:t>
    </dgm:pt>
    <dgm:pt modelId="{30EFBDB5-62C4-4182-BE49-09BD977E5B8D}" type="parTrans" cxnId="{20D89A81-C18A-451B-8212-3B9BE2D821CA}">
      <dgm:prSet/>
      <dgm:spPr/>
      <dgm:t>
        <a:bodyPr/>
        <a:lstStyle/>
        <a:p>
          <a:endParaRPr lang="en-US"/>
        </a:p>
      </dgm:t>
    </dgm:pt>
    <dgm:pt modelId="{B6310C29-3184-48A3-935E-AF37FF990A80}" type="sibTrans" cxnId="{20D89A81-C18A-451B-8212-3B9BE2D821CA}">
      <dgm:prSet/>
      <dgm:spPr/>
      <dgm:t>
        <a:bodyPr/>
        <a:lstStyle/>
        <a:p>
          <a:endParaRPr lang="en-US"/>
        </a:p>
      </dgm:t>
    </dgm:pt>
    <dgm:pt modelId="{45AF219F-FC97-4635-86A3-31D6ACA3859D}">
      <dgm:prSet/>
      <dgm:spPr/>
      <dgm:t>
        <a:bodyPr/>
        <a:lstStyle/>
        <a:p>
          <a:r>
            <a:rPr lang="en-US" b="1" i="0" baseline="0" dirty="0"/>
            <a:t># Load</a:t>
          </a:r>
          <a:endParaRPr lang="en-US" b="1" dirty="0"/>
        </a:p>
      </dgm:t>
    </dgm:pt>
    <dgm:pt modelId="{5A9EF08A-DF8A-412C-B4C0-10A8BD838C91}" type="parTrans" cxnId="{68B0865A-47D6-4B98-8DA2-18CDE7E19960}">
      <dgm:prSet/>
      <dgm:spPr/>
      <dgm:t>
        <a:bodyPr/>
        <a:lstStyle/>
        <a:p>
          <a:endParaRPr lang="en-US"/>
        </a:p>
      </dgm:t>
    </dgm:pt>
    <dgm:pt modelId="{B5D9A40F-6338-411E-AF86-E11DE53A440B}" type="sibTrans" cxnId="{68B0865A-47D6-4B98-8DA2-18CDE7E19960}">
      <dgm:prSet/>
      <dgm:spPr/>
      <dgm:t>
        <a:bodyPr/>
        <a:lstStyle/>
        <a:p>
          <a:endParaRPr lang="en-US"/>
        </a:p>
      </dgm:t>
    </dgm:pt>
    <dgm:pt modelId="{CBF161C1-78B2-4882-AD09-97985DA4E7B3}">
      <dgm:prSet/>
      <dgm:spPr/>
      <dgm:t>
        <a:bodyPr/>
        <a:lstStyle/>
        <a:p>
          <a:r>
            <a:rPr lang="en-US" b="0" i="0" baseline="0"/>
            <a:t>with open('model.pkl', 'rb') as f:</a:t>
          </a:r>
          <a:endParaRPr lang="en-US"/>
        </a:p>
      </dgm:t>
    </dgm:pt>
    <dgm:pt modelId="{6FD6FD23-6612-4333-B1AF-4280E0A6E2AB}" type="parTrans" cxnId="{50C4D0F5-49C6-44E8-9E7F-C3DBB2D54D4F}">
      <dgm:prSet/>
      <dgm:spPr/>
      <dgm:t>
        <a:bodyPr/>
        <a:lstStyle/>
        <a:p>
          <a:endParaRPr lang="en-US"/>
        </a:p>
      </dgm:t>
    </dgm:pt>
    <dgm:pt modelId="{20CAEB8C-1386-4400-BA1E-1950A9CB31D5}" type="sibTrans" cxnId="{50C4D0F5-49C6-44E8-9E7F-C3DBB2D54D4F}">
      <dgm:prSet/>
      <dgm:spPr/>
      <dgm:t>
        <a:bodyPr/>
        <a:lstStyle/>
        <a:p>
          <a:endParaRPr lang="en-US"/>
        </a:p>
      </dgm:t>
    </dgm:pt>
    <dgm:pt modelId="{21C3A2BF-5129-4528-8911-B83CE37B31A1}">
      <dgm:prSet/>
      <dgm:spPr/>
      <dgm:t>
        <a:bodyPr/>
        <a:lstStyle/>
        <a:p>
          <a:r>
            <a:rPr lang="en-US" b="0" i="0" baseline="0"/>
            <a:t>loaded_model = pickle.load(f)</a:t>
          </a:r>
          <a:endParaRPr lang="en-US"/>
        </a:p>
      </dgm:t>
    </dgm:pt>
    <dgm:pt modelId="{64903408-A5A6-4B63-B306-61FB2481282B}" type="parTrans" cxnId="{C3309007-CF44-44B5-B81E-8B81AF6914DB}">
      <dgm:prSet/>
      <dgm:spPr/>
      <dgm:t>
        <a:bodyPr/>
        <a:lstStyle/>
        <a:p>
          <a:endParaRPr lang="en-US"/>
        </a:p>
      </dgm:t>
    </dgm:pt>
    <dgm:pt modelId="{1E64A568-5DD6-4B17-816C-964273406F1E}" type="sibTrans" cxnId="{C3309007-CF44-44B5-B81E-8B81AF6914DB}">
      <dgm:prSet/>
      <dgm:spPr/>
      <dgm:t>
        <a:bodyPr/>
        <a:lstStyle/>
        <a:p>
          <a:endParaRPr lang="en-US"/>
        </a:p>
      </dgm:t>
    </dgm:pt>
    <dgm:pt modelId="{CE760E76-9E9D-488F-BBD9-4D071722199A}" type="pres">
      <dgm:prSet presAssocID="{109A2EE8-0E3B-4881-A1C3-C41B6586FED4}" presName="vert0" presStyleCnt="0">
        <dgm:presLayoutVars>
          <dgm:dir/>
          <dgm:animOne val="branch"/>
          <dgm:animLvl val="lvl"/>
        </dgm:presLayoutVars>
      </dgm:prSet>
      <dgm:spPr/>
    </dgm:pt>
    <dgm:pt modelId="{9E0CCC6C-C70F-4ED2-98D8-8898F017EEEE}" type="pres">
      <dgm:prSet presAssocID="{E4700F79-B346-4700-9F75-96089C4D64B6}" presName="thickLine" presStyleLbl="alignNode1" presStyleIdx="0" presStyleCnt="7"/>
      <dgm:spPr/>
    </dgm:pt>
    <dgm:pt modelId="{4DA05BF7-2343-41CA-8634-754CF89C7BFB}" type="pres">
      <dgm:prSet presAssocID="{E4700F79-B346-4700-9F75-96089C4D64B6}" presName="horz1" presStyleCnt="0"/>
      <dgm:spPr/>
    </dgm:pt>
    <dgm:pt modelId="{794A3735-46B8-48AE-BA9D-692DE86C6675}" type="pres">
      <dgm:prSet presAssocID="{E4700F79-B346-4700-9F75-96089C4D64B6}" presName="tx1" presStyleLbl="revTx" presStyleIdx="0" presStyleCnt="7"/>
      <dgm:spPr/>
    </dgm:pt>
    <dgm:pt modelId="{8700EE21-84E8-4B55-9C6E-EADEEB333828}" type="pres">
      <dgm:prSet presAssocID="{E4700F79-B346-4700-9F75-96089C4D64B6}" presName="vert1" presStyleCnt="0"/>
      <dgm:spPr/>
    </dgm:pt>
    <dgm:pt modelId="{918398F0-3602-4B40-90BF-44CF66E6E843}" type="pres">
      <dgm:prSet presAssocID="{7CECA64A-BFD0-4C5A-A41F-EFC185ED9E4F}" presName="thickLine" presStyleLbl="alignNode1" presStyleIdx="1" presStyleCnt="7"/>
      <dgm:spPr/>
    </dgm:pt>
    <dgm:pt modelId="{C534AA58-9084-446E-B6F0-552CB196D52A}" type="pres">
      <dgm:prSet presAssocID="{7CECA64A-BFD0-4C5A-A41F-EFC185ED9E4F}" presName="horz1" presStyleCnt="0"/>
      <dgm:spPr/>
    </dgm:pt>
    <dgm:pt modelId="{95A4C2C7-8047-49B2-ADB5-98ABDA05CBC0}" type="pres">
      <dgm:prSet presAssocID="{7CECA64A-BFD0-4C5A-A41F-EFC185ED9E4F}" presName="tx1" presStyleLbl="revTx" presStyleIdx="1" presStyleCnt="7"/>
      <dgm:spPr/>
    </dgm:pt>
    <dgm:pt modelId="{D74A687A-2E2F-46C3-8EE4-683B2C768371}" type="pres">
      <dgm:prSet presAssocID="{7CECA64A-BFD0-4C5A-A41F-EFC185ED9E4F}" presName="vert1" presStyleCnt="0"/>
      <dgm:spPr/>
    </dgm:pt>
    <dgm:pt modelId="{6F9E0B19-F7EE-4CAC-B90E-5CC5DA278076}" type="pres">
      <dgm:prSet presAssocID="{1EC231A3-7661-4058-849D-4343972B7596}" presName="thickLine" presStyleLbl="alignNode1" presStyleIdx="2" presStyleCnt="7"/>
      <dgm:spPr/>
    </dgm:pt>
    <dgm:pt modelId="{9F1E9042-25A7-4761-9F82-CFC79D4EECE5}" type="pres">
      <dgm:prSet presAssocID="{1EC231A3-7661-4058-849D-4343972B7596}" presName="horz1" presStyleCnt="0"/>
      <dgm:spPr/>
    </dgm:pt>
    <dgm:pt modelId="{C6CF7407-988A-478D-82F6-97F8091CDD97}" type="pres">
      <dgm:prSet presAssocID="{1EC231A3-7661-4058-849D-4343972B7596}" presName="tx1" presStyleLbl="revTx" presStyleIdx="2" presStyleCnt="7"/>
      <dgm:spPr/>
    </dgm:pt>
    <dgm:pt modelId="{6EB8691A-7977-4532-886F-F55490EBA08D}" type="pres">
      <dgm:prSet presAssocID="{1EC231A3-7661-4058-849D-4343972B7596}" presName="vert1" presStyleCnt="0"/>
      <dgm:spPr/>
    </dgm:pt>
    <dgm:pt modelId="{188058BD-2BC9-418F-886E-596A9BFDB49D}" type="pres">
      <dgm:prSet presAssocID="{F546C29D-8ED4-49D0-B929-C473F3826BC7}" presName="thickLine" presStyleLbl="alignNode1" presStyleIdx="3" presStyleCnt="7"/>
      <dgm:spPr/>
    </dgm:pt>
    <dgm:pt modelId="{DF35624A-0552-4AF2-B037-8046752028A6}" type="pres">
      <dgm:prSet presAssocID="{F546C29D-8ED4-49D0-B929-C473F3826BC7}" presName="horz1" presStyleCnt="0"/>
      <dgm:spPr/>
    </dgm:pt>
    <dgm:pt modelId="{E547D29B-BA25-4828-8C6C-49B4513A9B82}" type="pres">
      <dgm:prSet presAssocID="{F546C29D-8ED4-49D0-B929-C473F3826BC7}" presName="tx1" presStyleLbl="revTx" presStyleIdx="3" presStyleCnt="7"/>
      <dgm:spPr/>
    </dgm:pt>
    <dgm:pt modelId="{048D3D0D-21CF-43FD-B6E1-B1C83593BF71}" type="pres">
      <dgm:prSet presAssocID="{F546C29D-8ED4-49D0-B929-C473F3826BC7}" presName="vert1" presStyleCnt="0"/>
      <dgm:spPr/>
    </dgm:pt>
    <dgm:pt modelId="{A0E5768A-E12D-4A3B-B638-E27B77F0E637}" type="pres">
      <dgm:prSet presAssocID="{45AF219F-FC97-4635-86A3-31D6ACA3859D}" presName="thickLine" presStyleLbl="alignNode1" presStyleIdx="4" presStyleCnt="7"/>
      <dgm:spPr/>
    </dgm:pt>
    <dgm:pt modelId="{BDB5DAFD-B853-4C37-8047-88685E85EC0A}" type="pres">
      <dgm:prSet presAssocID="{45AF219F-FC97-4635-86A3-31D6ACA3859D}" presName="horz1" presStyleCnt="0"/>
      <dgm:spPr/>
    </dgm:pt>
    <dgm:pt modelId="{D38A09B7-6DD1-4908-A56F-0DB3994155CB}" type="pres">
      <dgm:prSet presAssocID="{45AF219F-FC97-4635-86A3-31D6ACA3859D}" presName="tx1" presStyleLbl="revTx" presStyleIdx="4" presStyleCnt="7"/>
      <dgm:spPr/>
    </dgm:pt>
    <dgm:pt modelId="{5184B01F-938A-4F42-873B-FD6536F2F21D}" type="pres">
      <dgm:prSet presAssocID="{45AF219F-FC97-4635-86A3-31D6ACA3859D}" presName="vert1" presStyleCnt="0"/>
      <dgm:spPr/>
    </dgm:pt>
    <dgm:pt modelId="{6C30B6FE-D19B-484B-9A6E-CE4C8701CF9C}" type="pres">
      <dgm:prSet presAssocID="{CBF161C1-78B2-4882-AD09-97985DA4E7B3}" presName="thickLine" presStyleLbl="alignNode1" presStyleIdx="5" presStyleCnt="7"/>
      <dgm:spPr/>
    </dgm:pt>
    <dgm:pt modelId="{5E761C78-9A3B-4994-9E84-2BED149E0E76}" type="pres">
      <dgm:prSet presAssocID="{CBF161C1-78B2-4882-AD09-97985DA4E7B3}" presName="horz1" presStyleCnt="0"/>
      <dgm:spPr/>
    </dgm:pt>
    <dgm:pt modelId="{0942D63F-39B7-4F16-91A2-8DE71C7CA92C}" type="pres">
      <dgm:prSet presAssocID="{CBF161C1-78B2-4882-AD09-97985DA4E7B3}" presName="tx1" presStyleLbl="revTx" presStyleIdx="5" presStyleCnt="7"/>
      <dgm:spPr/>
    </dgm:pt>
    <dgm:pt modelId="{80230FA2-9693-421F-9A63-0B45F86457EB}" type="pres">
      <dgm:prSet presAssocID="{CBF161C1-78B2-4882-AD09-97985DA4E7B3}" presName="vert1" presStyleCnt="0"/>
      <dgm:spPr/>
    </dgm:pt>
    <dgm:pt modelId="{62E37606-74B3-48E1-B67A-9710363AFF34}" type="pres">
      <dgm:prSet presAssocID="{21C3A2BF-5129-4528-8911-B83CE37B31A1}" presName="thickLine" presStyleLbl="alignNode1" presStyleIdx="6" presStyleCnt="7"/>
      <dgm:spPr/>
    </dgm:pt>
    <dgm:pt modelId="{980684E5-8252-49E8-8CF9-6E6854C9EB12}" type="pres">
      <dgm:prSet presAssocID="{21C3A2BF-5129-4528-8911-B83CE37B31A1}" presName="horz1" presStyleCnt="0"/>
      <dgm:spPr/>
    </dgm:pt>
    <dgm:pt modelId="{15E34643-7ED6-4296-A2B1-9B5C60DC9211}" type="pres">
      <dgm:prSet presAssocID="{21C3A2BF-5129-4528-8911-B83CE37B31A1}" presName="tx1" presStyleLbl="revTx" presStyleIdx="6" presStyleCnt="7"/>
      <dgm:spPr/>
    </dgm:pt>
    <dgm:pt modelId="{96F7208D-20B4-46EC-88DE-6128F959EC70}" type="pres">
      <dgm:prSet presAssocID="{21C3A2BF-5129-4528-8911-B83CE37B31A1}" presName="vert1" presStyleCnt="0"/>
      <dgm:spPr/>
    </dgm:pt>
  </dgm:ptLst>
  <dgm:cxnLst>
    <dgm:cxn modelId="{C3309007-CF44-44B5-B81E-8B81AF6914DB}" srcId="{109A2EE8-0E3B-4881-A1C3-C41B6586FED4}" destId="{21C3A2BF-5129-4528-8911-B83CE37B31A1}" srcOrd="6" destOrd="0" parTransId="{64903408-A5A6-4B63-B306-61FB2481282B}" sibTransId="{1E64A568-5DD6-4B17-816C-964273406F1E}"/>
    <dgm:cxn modelId="{4AAD3725-35B3-430B-8458-1A0E35394293}" type="presOf" srcId="{CBF161C1-78B2-4882-AD09-97985DA4E7B3}" destId="{0942D63F-39B7-4F16-91A2-8DE71C7CA92C}" srcOrd="0" destOrd="0" presId="urn:microsoft.com/office/officeart/2008/layout/LinedList"/>
    <dgm:cxn modelId="{C566C530-03B5-4029-A95D-6E45B3B6F6DA}" type="presOf" srcId="{E4700F79-B346-4700-9F75-96089C4D64B6}" destId="{794A3735-46B8-48AE-BA9D-692DE86C6675}" srcOrd="0" destOrd="0" presId="urn:microsoft.com/office/officeart/2008/layout/LinedList"/>
    <dgm:cxn modelId="{7F28564C-153F-4EF8-B433-A17B1BDB3D17}" srcId="{109A2EE8-0E3B-4881-A1C3-C41B6586FED4}" destId="{7CECA64A-BFD0-4C5A-A41F-EFC185ED9E4F}" srcOrd="1" destOrd="0" parTransId="{4FB26324-A62A-4447-A3DF-3341E8A827D6}" sibTransId="{B16502FD-42F0-459C-82C6-019928923A8B}"/>
    <dgm:cxn modelId="{68B0865A-47D6-4B98-8DA2-18CDE7E19960}" srcId="{109A2EE8-0E3B-4881-A1C3-C41B6586FED4}" destId="{45AF219F-FC97-4635-86A3-31D6ACA3859D}" srcOrd="4" destOrd="0" parTransId="{5A9EF08A-DF8A-412C-B4C0-10A8BD838C91}" sibTransId="{B5D9A40F-6338-411E-AF86-E11DE53A440B}"/>
    <dgm:cxn modelId="{20D89A81-C18A-451B-8212-3B9BE2D821CA}" srcId="{109A2EE8-0E3B-4881-A1C3-C41B6586FED4}" destId="{F546C29D-8ED4-49D0-B929-C473F3826BC7}" srcOrd="3" destOrd="0" parTransId="{30EFBDB5-62C4-4182-BE49-09BD977E5B8D}" sibTransId="{B6310C29-3184-48A3-935E-AF37FF990A80}"/>
    <dgm:cxn modelId="{27BC8A91-86CA-45C9-855B-12D349721956}" type="presOf" srcId="{7CECA64A-BFD0-4C5A-A41F-EFC185ED9E4F}" destId="{95A4C2C7-8047-49B2-ADB5-98ABDA05CBC0}" srcOrd="0" destOrd="0" presId="urn:microsoft.com/office/officeart/2008/layout/LinedList"/>
    <dgm:cxn modelId="{9E34B791-2F7A-4810-A2A2-85FC351608D7}" srcId="{109A2EE8-0E3B-4881-A1C3-C41B6586FED4}" destId="{1EC231A3-7661-4058-849D-4343972B7596}" srcOrd="2" destOrd="0" parTransId="{15C0A6B6-2F06-4C64-825F-6DB7852A2A15}" sibTransId="{D17C5270-9CA3-4BAB-BC0F-288EBF8C98A9}"/>
    <dgm:cxn modelId="{FD08A592-DF71-42FD-879F-CF5B09A9C32F}" type="presOf" srcId="{F546C29D-8ED4-49D0-B929-C473F3826BC7}" destId="{E547D29B-BA25-4828-8C6C-49B4513A9B82}" srcOrd="0" destOrd="0" presId="urn:microsoft.com/office/officeart/2008/layout/LinedList"/>
    <dgm:cxn modelId="{2B26EA9A-4555-44F1-ACCD-EFEFF660A97C}" type="presOf" srcId="{1EC231A3-7661-4058-849D-4343972B7596}" destId="{C6CF7407-988A-478D-82F6-97F8091CDD97}" srcOrd="0" destOrd="0" presId="urn:microsoft.com/office/officeart/2008/layout/LinedList"/>
    <dgm:cxn modelId="{5F949CC6-6171-499F-93A7-9BAD427DAD2A}" type="presOf" srcId="{109A2EE8-0E3B-4881-A1C3-C41B6586FED4}" destId="{CE760E76-9E9D-488F-BBD9-4D071722199A}" srcOrd="0" destOrd="0" presId="urn:microsoft.com/office/officeart/2008/layout/LinedList"/>
    <dgm:cxn modelId="{5CA94BE9-8921-47CE-B379-4D17DE476D25}" type="presOf" srcId="{45AF219F-FC97-4635-86A3-31D6ACA3859D}" destId="{D38A09B7-6DD1-4908-A56F-0DB3994155CB}" srcOrd="0" destOrd="0" presId="urn:microsoft.com/office/officeart/2008/layout/LinedList"/>
    <dgm:cxn modelId="{50C4D0F5-49C6-44E8-9E7F-C3DBB2D54D4F}" srcId="{109A2EE8-0E3B-4881-A1C3-C41B6586FED4}" destId="{CBF161C1-78B2-4882-AD09-97985DA4E7B3}" srcOrd="5" destOrd="0" parTransId="{6FD6FD23-6612-4333-B1AF-4280E0A6E2AB}" sibTransId="{20CAEB8C-1386-4400-BA1E-1950A9CB31D5}"/>
    <dgm:cxn modelId="{6DCF60F7-1CEA-4D59-B512-9E55F100BA9F}" srcId="{109A2EE8-0E3B-4881-A1C3-C41B6586FED4}" destId="{E4700F79-B346-4700-9F75-96089C4D64B6}" srcOrd="0" destOrd="0" parTransId="{52F0FC43-3A99-46C0-AF2F-B6B70D2384D7}" sibTransId="{BCCA5DEF-4C8E-4F2B-8A52-057EE8CF48FC}"/>
    <dgm:cxn modelId="{B2970CFA-03B8-4FA0-8310-82C7ABE88338}" type="presOf" srcId="{21C3A2BF-5129-4528-8911-B83CE37B31A1}" destId="{15E34643-7ED6-4296-A2B1-9B5C60DC9211}" srcOrd="0" destOrd="0" presId="urn:microsoft.com/office/officeart/2008/layout/LinedList"/>
    <dgm:cxn modelId="{063FCA41-BAEA-4D03-A211-739D7B5AF658}" type="presParOf" srcId="{CE760E76-9E9D-488F-BBD9-4D071722199A}" destId="{9E0CCC6C-C70F-4ED2-98D8-8898F017EEEE}" srcOrd="0" destOrd="0" presId="urn:microsoft.com/office/officeart/2008/layout/LinedList"/>
    <dgm:cxn modelId="{12CF4FFF-15B9-4966-BA56-CEC59AACEA5B}" type="presParOf" srcId="{CE760E76-9E9D-488F-BBD9-4D071722199A}" destId="{4DA05BF7-2343-41CA-8634-754CF89C7BFB}" srcOrd="1" destOrd="0" presId="urn:microsoft.com/office/officeart/2008/layout/LinedList"/>
    <dgm:cxn modelId="{081118EB-E007-4E70-BCB7-CF7122EA5A06}" type="presParOf" srcId="{4DA05BF7-2343-41CA-8634-754CF89C7BFB}" destId="{794A3735-46B8-48AE-BA9D-692DE86C6675}" srcOrd="0" destOrd="0" presId="urn:microsoft.com/office/officeart/2008/layout/LinedList"/>
    <dgm:cxn modelId="{83E13C68-0445-4A68-9880-BB460ECE4B37}" type="presParOf" srcId="{4DA05BF7-2343-41CA-8634-754CF89C7BFB}" destId="{8700EE21-84E8-4B55-9C6E-EADEEB333828}" srcOrd="1" destOrd="0" presId="urn:microsoft.com/office/officeart/2008/layout/LinedList"/>
    <dgm:cxn modelId="{34204DDF-9DE6-4D7A-A2C3-9FC021EC255C}" type="presParOf" srcId="{CE760E76-9E9D-488F-BBD9-4D071722199A}" destId="{918398F0-3602-4B40-90BF-44CF66E6E843}" srcOrd="2" destOrd="0" presId="urn:microsoft.com/office/officeart/2008/layout/LinedList"/>
    <dgm:cxn modelId="{7818811E-556B-4FD5-A140-8D3E006EC45B}" type="presParOf" srcId="{CE760E76-9E9D-488F-BBD9-4D071722199A}" destId="{C534AA58-9084-446E-B6F0-552CB196D52A}" srcOrd="3" destOrd="0" presId="urn:microsoft.com/office/officeart/2008/layout/LinedList"/>
    <dgm:cxn modelId="{A496A324-76CD-4901-8234-137987797A46}" type="presParOf" srcId="{C534AA58-9084-446E-B6F0-552CB196D52A}" destId="{95A4C2C7-8047-49B2-ADB5-98ABDA05CBC0}" srcOrd="0" destOrd="0" presId="urn:microsoft.com/office/officeart/2008/layout/LinedList"/>
    <dgm:cxn modelId="{D3E5B6D2-6013-4FC2-B3ED-28E783B41475}" type="presParOf" srcId="{C534AA58-9084-446E-B6F0-552CB196D52A}" destId="{D74A687A-2E2F-46C3-8EE4-683B2C768371}" srcOrd="1" destOrd="0" presId="urn:microsoft.com/office/officeart/2008/layout/LinedList"/>
    <dgm:cxn modelId="{A252F9FC-FBF5-4D67-8791-6BBE36F4C7D1}" type="presParOf" srcId="{CE760E76-9E9D-488F-BBD9-4D071722199A}" destId="{6F9E0B19-F7EE-4CAC-B90E-5CC5DA278076}" srcOrd="4" destOrd="0" presId="urn:microsoft.com/office/officeart/2008/layout/LinedList"/>
    <dgm:cxn modelId="{4EF8F6DB-0D60-4B2C-B357-6C8E274820F1}" type="presParOf" srcId="{CE760E76-9E9D-488F-BBD9-4D071722199A}" destId="{9F1E9042-25A7-4761-9F82-CFC79D4EECE5}" srcOrd="5" destOrd="0" presId="urn:microsoft.com/office/officeart/2008/layout/LinedList"/>
    <dgm:cxn modelId="{B3529077-1574-497D-A2EC-5B69FBAEE0F6}" type="presParOf" srcId="{9F1E9042-25A7-4761-9F82-CFC79D4EECE5}" destId="{C6CF7407-988A-478D-82F6-97F8091CDD97}" srcOrd="0" destOrd="0" presId="urn:microsoft.com/office/officeart/2008/layout/LinedList"/>
    <dgm:cxn modelId="{D0DCCE73-B35E-4EF3-8DB6-A390C1A2726D}" type="presParOf" srcId="{9F1E9042-25A7-4761-9F82-CFC79D4EECE5}" destId="{6EB8691A-7977-4532-886F-F55490EBA08D}" srcOrd="1" destOrd="0" presId="urn:microsoft.com/office/officeart/2008/layout/LinedList"/>
    <dgm:cxn modelId="{3DA2C4DC-8BEB-4FA9-8323-AC9C7922B228}" type="presParOf" srcId="{CE760E76-9E9D-488F-BBD9-4D071722199A}" destId="{188058BD-2BC9-418F-886E-596A9BFDB49D}" srcOrd="6" destOrd="0" presId="urn:microsoft.com/office/officeart/2008/layout/LinedList"/>
    <dgm:cxn modelId="{2AB91EB3-6198-44AD-BB98-AAA5C41379D2}" type="presParOf" srcId="{CE760E76-9E9D-488F-BBD9-4D071722199A}" destId="{DF35624A-0552-4AF2-B037-8046752028A6}" srcOrd="7" destOrd="0" presId="urn:microsoft.com/office/officeart/2008/layout/LinedList"/>
    <dgm:cxn modelId="{E2F69614-B625-4D0E-A49C-B99E7A823ADC}" type="presParOf" srcId="{DF35624A-0552-4AF2-B037-8046752028A6}" destId="{E547D29B-BA25-4828-8C6C-49B4513A9B82}" srcOrd="0" destOrd="0" presId="urn:microsoft.com/office/officeart/2008/layout/LinedList"/>
    <dgm:cxn modelId="{F2148BD6-B024-421B-9FFA-9086325D6D7F}" type="presParOf" srcId="{DF35624A-0552-4AF2-B037-8046752028A6}" destId="{048D3D0D-21CF-43FD-B6E1-B1C83593BF71}" srcOrd="1" destOrd="0" presId="urn:microsoft.com/office/officeart/2008/layout/LinedList"/>
    <dgm:cxn modelId="{B8294A96-BD84-4107-9A04-4F113FDEDC82}" type="presParOf" srcId="{CE760E76-9E9D-488F-BBD9-4D071722199A}" destId="{A0E5768A-E12D-4A3B-B638-E27B77F0E637}" srcOrd="8" destOrd="0" presId="urn:microsoft.com/office/officeart/2008/layout/LinedList"/>
    <dgm:cxn modelId="{57D37DB4-C443-480B-962C-2D00B74C1C9B}" type="presParOf" srcId="{CE760E76-9E9D-488F-BBD9-4D071722199A}" destId="{BDB5DAFD-B853-4C37-8047-88685E85EC0A}" srcOrd="9" destOrd="0" presId="urn:microsoft.com/office/officeart/2008/layout/LinedList"/>
    <dgm:cxn modelId="{B4DEA085-A2B2-43AC-868F-CC3C68F07B1C}" type="presParOf" srcId="{BDB5DAFD-B853-4C37-8047-88685E85EC0A}" destId="{D38A09B7-6DD1-4908-A56F-0DB3994155CB}" srcOrd="0" destOrd="0" presId="urn:microsoft.com/office/officeart/2008/layout/LinedList"/>
    <dgm:cxn modelId="{90A515F5-FE48-466D-ACFA-67A0AA10D2B5}" type="presParOf" srcId="{BDB5DAFD-B853-4C37-8047-88685E85EC0A}" destId="{5184B01F-938A-4F42-873B-FD6536F2F21D}" srcOrd="1" destOrd="0" presId="urn:microsoft.com/office/officeart/2008/layout/LinedList"/>
    <dgm:cxn modelId="{7A8D8144-96F7-4E98-BEF6-DC815B573D3D}" type="presParOf" srcId="{CE760E76-9E9D-488F-BBD9-4D071722199A}" destId="{6C30B6FE-D19B-484B-9A6E-CE4C8701CF9C}" srcOrd="10" destOrd="0" presId="urn:microsoft.com/office/officeart/2008/layout/LinedList"/>
    <dgm:cxn modelId="{45BC8E3A-45AB-48BA-A1D4-F293FF79E8D2}" type="presParOf" srcId="{CE760E76-9E9D-488F-BBD9-4D071722199A}" destId="{5E761C78-9A3B-4994-9E84-2BED149E0E76}" srcOrd="11" destOrd="0" presId="urn:microsoft.com/office/officeart/2008/layout/LinedList"/>
    <dgm:cxn modelId="{E28FE020-D6D6-4FEF-BDA6-51FBB8C01974}" type="presParOf" srcId="{5E761C78-9A3B-4994-9E84-2BED149E0E76}" destId="{0942D63F-39B7-4F16-91A2-8DE71C7CA92C}" srcOrd="0" destOrd="0" presId="urn:microsoft.com/office/officeart/2008/layout/LinedList"/>
    <dgm:cxn modelId="{3323DEA0-E221-4BE3-BB9E-70B63E48920D}" type="presParOf" srcId="{5E761C78-9A3B-4994-9E84-2BED149E0E76}" destId="{80230FA2-9693-421F-9A63-0B45F86457EB}" srcOrd="1" destOrd="0" presId="urn:microsoft.com/office/officeart/2008/layout/LinedList"/>
    <dgm:cxn modelId="{A8353F39-7EC8-4E60-A991-F24E4BD2AE12}" type="presParOf" srcId="{CE760E76-9E9D-488F-BBD9-4D071722199A}" destId="{62E37606-74B3-48E1-B67A-9710363AFF34}" srcOrd="12" destOrd="0" presId="urn:microsoft.com/office/officeart/2008/layout/LinedList"/>
    <dgm:cxn modelId="{46B0198E-7A8C-4C2E-B7D4-375EFDDECC70}" type="presParOf" srcId="{CE760E76-9E9D-488F-BBD9-4D071722199A}" destId="{980684E5-8252-49E8-8CF9-6E6854C9EB12}" srcOrd="13" destOrd="0" presId="urn:microsoft.com/office/officeart/2008/layout/LinedList"/>
    <dgm:cxn modelId="{5F56D6F8-57D3-44D7-A631-894A17461A9E}" type="presParOf" srcId="{980684E5-8252-49E8-8CF9-6E6854C9EB12}" destId="{15E34643-7ED6-4296-A2B1-9B5C60DC9211}" srcOrd="0" destOrd="0" presId="urn:microsoft.com/office/officeart/2008/layout/LinedList"/>
    <dgm:cxn modelId="{5EE86D90-A294-4AC4-83F3-444F4C6A5AAA}" type="presParOf" srcId="{980684E5-8252-49E8-8CF9-6E6854C9EB12}" destId="{96F7208D-20B4-46EC-88DE-6128F959EC7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366FD1-AC03-45DA-B4ED-B779370BA9E8}">
      <dsp:nvSpPr>
        <dsp:cNvPr id="0" name=""/>
        <dsp:cNvSpPr/>
      </dsp:nvSpPr>
      <dsp:spPr>
        <a:xfrm>
          <a:off x="2856407" y="806026"/>
          <a:ext cx="6208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20898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0569" y="848489"/>
        <a:ext cx="32574" cy="6514"/>
      </dsp:txXfrm>
    </dsp:sp>
    <dsp:sp modelId="{800DA3E6-3FAA-4C62-9F2C-E93E9ACA8B1E}">
      <dsp:nvSpPr>
        <dsp:cNvPr id="0" name=""/>
        <dsp:cNvSpPr/>
      </dsp:nvSpPr>
      <dsp:spPr>
        <a:xfrm>
          <a:off x="25605" y="1966"/>
          <a:ext cx="2832601" cy="169956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800" tIns="145695" rIns="138800" bIns="145695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import joblib</a:t>
          </a:r>
          <a:endParaRPr lang="en-US" sz="1600" kern="1200"/>
        </a:p>
      </dsp:txBody>
      <dsp:txXfrm>
        <a:off x="25605" y="1966"/>
        <a:ext cx="2832601" cy="1699561"/>
      </dsp:txXfrm>
    </dsp:sp>
    <dsp:sp modelId="{BBF63678-824C-407D-96A1-172E1E112FDA}">
      <dsp:nvSpPr>
        <dsp:cNvPr id="0" name=""/>
        <dsp:cNvSpPr/>
      </dsp:nvSpPr>
      <dsp:spPr>
        <a:xfrm>
          <a:off x="1441906" y="1699727"/>
          <a:ext cx="3484100" cy="620898"/>
        </a:xfrm>
        <a:custGeom>
          <a:avLst/>
          <a:gdLst/>
          <a:ahLst/>
          <a:cxnLst/>
          <a:rect l="0" t="0" r="0" b="0"/>
          <a:pathLst>
            <a:path>
              <a:moveTo>
                <a:pt x="3484100" y="0"/>
              </a:moveTo>
              <a:lnTo>
                <a:pt x="3484100" y="327549"/>
              </a:lnTo>
              <a:lnTo>
                <a:pt x="0" y="327549"/>
              </a:lnTo>
              <a:lnTo>
                <a:pt x="0" y="620898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95344" y="2006919"/>
        <a:ext cx="177224" cy="6514"/>
      </dsp:txXfrm>
    </dsp:sp>
    <dsp:sp modelId="{9783533A-B367-4C95-A015-736C12A2CC10}">
      <dsp:nvSpPr>
        <dsp:cNvPr id="0" name=""/>
        <dsp:cNvSpPr/>
      </dsp:nvSpPr>
      <dsp:spPr>
        <a:xfrm>
          <a:off x="3509705" y="1966"/>
          <a:ext cx="2832601" cy="169956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800" tIns="145695" rIns="138800" bIns="145695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# Step 1: Train model</a:t>
          </a:r>
          <a:endParaRPr lang="en-US" sz="1600" kern="1200"/>
        </a:p>
      </dsp:txBody>
      <dsp:txXfrm>
        <a:off x="3509705" y="1966"/>
        <a:ext cx="2832601" cy="1699561"/>
      </dsp:txXfrm>
    </dsp:sp>
    <dsp:sp modelId="{6D413823-9712-4026-A690-74E286EB7C1C}">
      <dsp:nvSpPr>
        <dsp:cNvPr id="0" name=""/>
        <dsp:cNvSpPr/>
      </dsp:nvSpPr>
      <dsp:spPr>
        <a:xfrm>
          <a:off x="2856407" y="3157086"/>
          <a:ext cx="6208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20898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0569" y="3199549"/>
        <a:ext cx="32574" cy="6514"/>
      </dsp:txXfrm>
    </dsp:sp>
    <dsp:sp modelId="{BD766B8A-C046-4B3F-889A-CF3A49523F1D}">
      <dsp:nvSpPr>
        <dsp:cNvPr id="0" name=""/>
        <dsp:cNvSpPr/>
      </dsp:nvSpPr>
      <dsp:spPr>
        <a:xfrm>
          <a:off x="25605" y="2353025"/>
          <a:ext cx="2832601" cy="169956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800" tIns="145695" rIns="138800" bIns="145695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# Step 2: Save the model</a:t>
          </a:r>
          <a:endParaRPr lang="en-US" sz="1600" kern="1200"/>
        </a:p>
      </dsp:txBody>
      <dsp:txXfrm>
        <a:off x="25605" y="2353025"/>
        <a:ext cx="2832601" cy="1699561"/>
      </dsp:txXfrm>
    </dsp:sp>
    <dsp:sp modelId="{CC05A636-78E2-4E26-8815-116BB5F83055}">
      <dsp:nvSpPr>
        <dsp:cNvPr id="0" name=""/>
        <dsp:cNvSpPr/>
      </dsp:nvSpPr>
      <dsp:spPr>
        <a:xfrm>
          <a:off x="1441906" y="4050787"/>
          <a:ext cx="3484100" cy="620898"/>
        </a:xfrm>
        <a:custGeom>
          <a:avLst/>
          <a:gdLst/>
          <a:ahLst/>
          <a:cxnLst/>
          <a:rect l="0" t="0" r="0" b="0"/>
          <a:pathLst>
            <a:path>
              <a:moveTo>
                <a:pt x="3484100" y="0"/>
              </a:moveTo>
              <a:lnTo>
                <a:pt x="3484100" y="327549"/>
              </a:lnTo>
              <a:lnTo>
                <a:pt x="0" y="327549"/>
              </a:lnTo>
              <a:lnTo>
                <a:pt x="0" y="620898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95344" y="4357978"/>
        <a:ext cx="177224" cy="6514"/>
      </dsp:txXfrm>
    </dsp:sp>
    <dsp:sp modelId="{B0141B9D-5DB4-4F8B-9AAC-41E44494C859}">
      <dsp:nvSpPr>
        <dsp:cNvPr id="0" name=""/>
        <dsp:cNvSpPr/>
      </dsp:nvSpPr>
      <dsp:spPr>
        <a:xfrm>
          <a:off x="3509705" y="2353025"/>
          <a:ext cx="2832601" cy="169956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800" tIns="145695" rIns="138800" bIns="145695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joblib.dump(model, 'rf_model.joblib')</a:t>
          </a:r>
          <a:endParaRPr lang="en-US" sz="1600" kern="1200"/>
        </a:p>
      </dsp:txBody>
      <dsp:txXfrm>
        <a:off x="3509705" y="2353025"/>
        <a:ext cx="2832601" cy="1699561"/>
      </dsp:txXfrm>
    </dsp:sp>
    <dsp:sp modelId="{0C9A29BE-3AE9-4B32-9226-5245B526471D}">
      <dsp:nvSpPr>
        <dsp:cNvPr id="0" name=""/>
        <dsp:cNvSpPr/>
      </dsp:nvSpPr>
      <dsp:spPr>
        <a:xfrm>
          <a:off x="2856407" y="5508146"/>
          <a:ext cx="6208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20898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0569" y="5550608"/>
        <a:ext cx="32574" cy="6514"/>
      </dsp:txXfrm>
    </dsp:sp>
    <dsp:sp modelId="{8DE0746E-E715-454A-ABC2-C9A08E0AD752}">
      <dsp:nvSpPr>
        <dsp:cNvPr id="0" name=""/>
        <dsp:cNvSpPr/>
      </dsp:nvSpPr>
      <dsp:spPr>
        <a:xfrm>
          <a:off x="25605" y="4704085"/>
          <a:ext cx="2832601" cy="169956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800" tIns="145695" rIns="138800" bIns="145695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# Step 3: Load it back</a:t>
          </a:r>
          <a:endParaRPr lang="en-US" sz="1600" kern="1200"/>
        </a:p>
      </dsp:txBody>
      <dsp:txXfrm>
        <a:off x="25605" y="4704085"/>
        <a:ext cx="2832601" cy="1699561"/>
      </dsp:txXfrm>
    </dsp:sp>
    <dsp:sp modelId="{D3619C01-7AF9-489E-A5B6-AD9768C4EB01}">
      <dsp:nvSpPr>
        <dsp:cNvPr id="0" name=""/>
        <dsp:cNvSpPr/>
      </dsp:nvSpPr>
      <dsp:spPr>
        <a:xfrm>
          <a:off x="3509705" y="4704085"/>
          <a:ext cx="2832601" cy="169956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800" tIns="145695" rIns="138800" bIns="145695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loaded_model = joblib.load('rf_model.joblib')</a:t>
          </a:r>
          <a:endParaRPr lang="en-US" sz="1600" kern="1200"/>
        </a:p>
      </dsp:txBody>
      <dsp:txXfrm>
        <a:off x="3509705" y="4704085"/>
        <a:ext cx="2832601" cy="16995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0CCC6C-C70F-4ED2-98D8-8898F017EEEE}">
      <dsp:nvSpPr>
        <dsp:cNvPr id="0" name=""/>
        <dsp:cNvSpPr/>
      </dsp:nvSpPr>
      <dsp:spPr>
        <a:xfrm>
          <a:off x="0" y="717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4A3735-46B8-48AE-BA9D-692DE86C6675}">
      <dsp:nvSpPr>
        <dsp:cNvPr id="0" name=""/>
        <dsp:cNvSpPr/>
      </dsp:nvSpPr>
      <dsp:spPr>
        <a:xfrm>
          <a:off x="0" y="717"/>
          <a:ext cx="6301601" cy="839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import pickle</a:t>
          </a:r>
          <a:endParaRPr lang="en-US" sz="3400" kern="1200"/>
        </a:p>
      </dsp:txBody>
      <dsp:txXfrm>
        <a:off x="0" y="717"/>
        <a:ext cx="6301601" cy="839624"/>
      </dsp:txXfrm>
    </dsp:sp>
    <dsp:sp modelId="{918398F0-3602-4B40-90BF-44CF66E6E843}">
      <dsp:nvSpPr>
        <dsp:cNvPr id="0" name=""/>
        <dsp:cNvSpPr/>
      </dsp:nvSpPr>
      <dsp:spPr>
        <a:xfrm>
          <a:off x="0" y="840342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4C2C7-8047-49B2-ADB5-98ABDA05CBC0}">
      <dsp:nvSpPr>
        <dsp:cNvPr id="0" name=""/>
        <dsp:cNvSpPr/>
      </dsp:nvSpPr>
      <dsp:spPr>
        <a:xfrm>
          <a:off x="0" y="840342"/>
          <a:ext cx="6301601" cy="839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i="0" kern="1200" baseline="0" dirty="0"/>
            <a:t># Save</a:t>
          </a:r>
          <a:endParaRPr lang="en-US" sz="3400" b="1" kern="1200" dirty="0"/>
        </a:p>
      </dsp:txBody>
      <dsp:txXfrm>
        <a:off x="0" y="840342"/>
        <a:ext cx="6301601" cy="839624"/>
      </dsp:txXfrm>
    </dsp:sp>
    <dsp:sp modelId="{6F9E0B19-F7EE-4CAC-B90E-5CC5DA278076}">
      <dsp:nvSpPr>
        <dsp:cNvPr id="0" name=""/>
        <dsp:cNvSpPr/>
      </dsp:nvSpPr>
      <dsp:spPr>
        <a:xfrm>
          <a:off x="0" y="1679967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CF7407-988A-478D-82F6-97F8091CDD97}">
      <dsp:nvSpPr>
        <dsp:cNvPr id="0" name=""/>
        <dsp:cNvSpPr/>
      </dsp:nvSpPr>
      <dsp:spPr>
        <a:xfrm>
          <a:off x="0" y="1679967"/>
          <a:ext cx="6301601" cy="839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with open('model.pkl', 'wb') as f:</a:t>
          </a:r>
          <a:endParaRPr lang="en-US" sz="3400" kern="1200"/>
        </a:p>
      </dsp:txBody>
      <dsp:txXfrm>
        <a:off x="0" y="1679967"/>
        <a:ext cx="6301601" cy="839624"/>
      </dsp:txXfrm>
    </dsp:sp>
    <dsp:sp modelId="{188058BD-2BC9-418F-886E-596A9BFDB49D}">
      <dsp:nvSpPr>
        <dsp:cNvPr id="0" name=""/>
        <dsp:cNvSpPr/>
      </dsp:nvSpPr>
      <dsp:spPr>
        <a:xfrm>
          <a:off x="0" y="2519592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47D29B-BA25-4828-8C6C-49B4513A9B82}">
      <dsp:nvSpPr>
        <dsp:cNvPr id="0" name=""/>
        <dsp:cNvSpPr/>
      </dsp:nvSpPr>
      <dsp:spPr>
        <a:xfrm>
          <a:off x="0" y="2519592"/>
          <a:ext cx="6301601" cy="839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pickle.dump(model, f)</a:t>
          </a:r>
          <a:endParaRPr lang="en-US" sz="3400" kern="1200"/>
        </a:p>
      </dsp:txBody>
      <dsp:txXfrm>
        <a:off x="0" y="2519592"/>
        <a:ext cx="6301601" cy="839624"/>
      </dsp:txXfrm>
    </dsp:sp>
    <dsp:sp modelId="{A0E5768A-E12D-4A3B-B638-E27B77F0E637}">
      <dsp:nvSpPr>
        <dsp:cNvPr id="0" name=""/>
        <dsp:cNvSpPr/>
      </dsp:nvSpPr>
      <dsp:spPr>
        <a:xfrm>
          <a:off x="0" y="3359216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8A09B7-6DD1-4908-A56F-0DB3994155CB}">
      <dsp:nvSpPr>
        <dsp:cNvPr id="0" name=""/>
        <dsp:cNvSpPr/>
      </dsp:nvSpPr>
      <dsp:spPr>
        <a:xfrm>
          <a:off x="0" y="3359216"/>
          <a:ext cx="6301601" cy="839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i="0" kern="1200" baseline="0" dirty="0"/>
            <a:t># Load</a:t>
          </a:r>
          <a:endParaRPr lang="en-US" sz="3400" b="1" kern="1200" dirty="0"/>
        </a:p>
      </dsp:txBody>
      <dsp:txXfrm>
        <a:off x="0" y="3359216"/>
        <a:ext cx="6301601" cy="839624"/>
      </dsp:txXfrm>
    </dsp:sp>
    <dsp:sp modelId="{6C30B6FE-D19B-484B-9A6E-CE4C8701CF9C}">
      <dsp:nvSpPr>
        <dsp:cNvPr id="0" name=""/>
        <dsp:cNvSpPr/>
      </dsp:nvSpPr>
      <dsp:spPr>
        <a:xfrm>
          <a:off x="0" y="4198841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42D63F-39B7-4F16-91A2-8DE71C7CA92C}">
      <dsp:nvSpPr>
        <dsp:cNvPr id="0" name=""/>
        <dsp:cNvSpPr/>
      </dsp:nvSpPr>
      <dsp:spPr>
        <a:xfrm>
          <a:off x="0" y="4198841"/>
          <a:ext cx="6301601" cy="839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with open('model.pkl', 'rb') as f:</a:t>
          </a:r>
          <a:endParaRPr lang="en-US" sz="3400" kern="1200"/>
        </a:p>
      </dsp:txBody>
      <dsp:txXfrm>
        <a:off x="0" y="4198841"/>
        <a:ext cx="6301601" cy="839624"/>
      </dsp:txXfrm>
    </dsp:sp>
    <dsp:sp modelId="{62E37606-74B3-48E1-B67A-9710363AFF34}">
      <dsp:nvSpPr>
        <dsp:cNvPr id="0" name=""/>
        <dsp:cNvSpPr/>
      </dsp:nvSpPr>
      <dsp:spPr>
        <a:xfrm>
          <a:off x="0" y="5038466"/>
          <a:ext cx="63016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E34643-7ED6-4296-A2B1-9B5C60DC9211}">
      <dsp:nvSpPr>
        <dsp:cNvPr id="0" name=""/>
        <dsp:cNvSpPr/>
      </dsp:nvSpPr>
      <dsp:spPr>
        <a:xfrm>
          <a:off x="0" y="5038466"/>
          <a:ext cx="6301601" cy="839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loaded_model = pickle.load(f)</a:t>
          </a:r>
          <a:endParaRPr lang="en-US" sz="3400" kern="1200"/>
        </a:p>
      </dsp:txBody>
      <dsp:txXfrm>
        <a:off x="0" y="5038466"/>
        <a:ext cx="6301601" cy="8396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5D450-47C0-7C29-C71E-7C5B22D55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B7FC1F-B992-FFB5-81F7-4A889A7F0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F3E18-8B3E-6ED5-7229-38D662AAB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6326-AF40-463E-912C-13F3DFFA5A2C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DF783-7A16-BC8E-3AFF-F506445E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530C3-333E-0900-A113-F8A03DCF2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3037-A9EC-4BFE-9320-DE492AE23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14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FDC9C-080E-6FD8-CA43-7EEC4C212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9B953-07B8-8C4D-5F13-81DBBE427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8FC11-9507-24D0-5051-C65E6815C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6326-AF40-463E-912C-13F3DFFA5A2C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C5914-DBA7-C648-2FD1-B836F62A9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19231-6A36-9134-5FD5-91878465F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3037-A9EC-4BFE-9320-DE492AE23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305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3994D-B495-7FCF-8C12-2B05D05F6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45CF8-ACA6-65CF-A218-A592275C8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110D2-B495-9561-E6B8-F58365147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6326-AF40-463E-912C-13F3DFFA5A2C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231C5-3B3E-01DF-9ECD-72D484710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574D1-EE2B-77C0-E4F2-3DCA5C24F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3037-A9EC-4BFE-9320-DE492AE23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121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8132D-7B03-2498-AB6B-E693E8BCB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18F10-9685-D664-24A1-0681BAD9F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00C6D-2748-4446-7F8E-D95D2EE58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6ECD0-93A7-007B-0DAD-75DEB5133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6326-AF40-463E-912C-13F3DFFA5A2C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71D9B-EF3F-267B-87E3-0C4FD2017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9000A-D79B-B44E-EE34-8C800267A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3037-A9EC-4BFE-9320-DE492AE23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804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25A3F-618F-7B4C-D392-D1668C273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56E81-1C1E-704F-ECA2-589CF104B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7E68F-503B-44E3-FE09-E6D9B696F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EEAFE6-E2AC-89A1-CD7F-EB145CBBD5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F96148-4A20-F947-EC6A-5C1457495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79955A-9A88-D491-46E3-DEF502BD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6326-AF40-463E-912C-13F3DFFA5A2C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8710D4-58D7-545F-33EF-57F9CCC96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8D9354-359C-2780-BD30-4648C9F17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3037-A9EC-4BFE-9320-DE492AE23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531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D5D9C-B334-BEE6-D0FA-ED16CCDCD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A8BEE5-9A32-CFB6-18BC-A820FEDFF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6326-AF40-463E-912C-13F3DFFA5A2C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867CF-0DEC-08EE-6ED7-6D5A9B139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8D5F8-B6C9-5E85-EC3A-A4DBBB482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3037-A9EC-4BFE-9320-DE492AE23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800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A5464D-FB29-4221-4989-E37917D6A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6326-AF40-463E-912C-13F3DFFA5A2C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F6D81D-4F39-0497-8241-623681E41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2D707-527D-EA7A-D45F-DF49F158C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3037-A9EC-4BFE-9320-DE492AE23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84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53D3-2A56-5C05-1F30-E704F38E8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85CD8-85E8-DCD3-7022-3406F487E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82A49-4B4D-B4BB-708E-ABDA93528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7D590-5FCA-BBE6-96E7-275C536B0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6326-AF40-463E-912C-13F3DFFA5A2C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9CD9B-CA89-D47B-A30C-7AE2B2D80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C3AE5-6264-2783-0158-A257E6C7C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3037-A9EC-4BFE-9320-DE492AE23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386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39CEA-8DBF-0F71-7FEE-35BA84F18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CFB83-403C-C8C2-B1D7-2DD0E4D710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86CA5-0FA1-340E-3427-3B315F96C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63EAE-B3E7-32A9-6DB8-3EF119574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6326-AF40-463E-912C-13F3DFFA5A2C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3FDDD-B37A-1DA3-225E-8037899CC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DA670-6A84-C33B-A8EE-D931CBB8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3037-A9EC-4BFE-9320-DE492AE23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216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3B745-AF12-32CA-5261-D343448EA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404A1B-61D8-73BB-D311-22AE849C6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5D4D-3C97-9D68-6DD5-342759271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6326-AF40-463E-912C-13F3DFFA5A2C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7FA34-5786-453B-2076-E1CB59FB4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6EC7A-E427-9D8C-A992-F9501023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3037-A9EC-4BFE-9320-DE492AE23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666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8E0A17-CF18-D62F-4FE9-5558C2986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9265BA-C641-37F9-6DB6-36C12C48E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356E6-FAA5-0C96-BA98-F0C4D520D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6326-AF40-463E-912C-13F3DFFA5A2C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E4146-8189-E94A-19C8-B9F6A8354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DA4DC-BD06-6520-E067-3980C8952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3037-A9EC-4BFE-9320-DE492AE23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57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735E18-D323-9504-6BA7-59D490E3F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A8682-7A58-D39C-7CF7-F08561AEE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7E03B-25ED-F63E-B006-8BF9A5CA51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4F6326-AF40-463E-912C-13F3DFFA5A2C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39C9E-FE77-7F0E-BDF6-E934FA9B50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2F83E-88CA-A5CF-357F-B685D38C7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2D3037-A9EC-4BFE-9320-DE492AE23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342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37B2A-5286-1DAB-CCDA-91BFA3588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IN" sz="5400">
                <a:solidFill>
                  <a:schemeClr val="bg1"/>
                </a:solidFill>
              </a:rPr>
              <a:t>Saving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4360C1-EFCB-B516-168F-611B1B1285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chemeClr val="bg1"/>
                </a:solidFill>
              </a:rPr>
              <a:t>Mahipal Singh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24600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45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71EAB5D5-37B8-AD25-C7E3-4D2351508D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86385" y="841248"/>
            <a:ext cx="3515244" cy="53400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With </a:t>
            </a:r>
            <a:r>
              <a:rPr kumimoji="0" lang="en-US" altLang="en-US" sz="4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joblib</a:t>
            </a:r>
            <a:r>
              <a:rPr kumimoji="0" lang="en-US" altLang="en-US" sz="4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</a:rPr>
              <a:t> (preferred for large models like trees) </a:t>
            </a:r>
            <a:endParaRPr kumimoji="0" lang="en-US" altLang="en-US" sz="4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FFF1D3F-AB07-975A-DD51-F816E31BD7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8942678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3206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F08343-A7E7-C595-E3C9-EFC8F631F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With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pickle</a:t>
            </a:r>
            <a:r>
              <a:rPr lang="en-US" altLang="en-US">
                <a:solidFill>
                  <a:schemeClr val="bg1"/>
                </a:solidFill>
              </a:rPr>
              <a:t> (generic Python serialization) 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lang="en-IN">
              <a:solidFill>
                <a:schemeClr val="bg1"/>
              </a:solidFill>
            </a:endParaRPr>
          </a:p>
        </p:txBody>
      </p:sp>
      <p:grpSp>
        <p:nvGrpSpPr>
          <p:cNvPr id="14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2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98CCB8D-7C86-5446-B9FD-9B14DB49B0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0655858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8677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58CAF4-82C5-BB8E-5671-85DAC261C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IN" sz="4600"/>
              <a:t>Using TensorFlow / Keras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3E2A5-D226-A0D3-8C9D-8701A40CA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5069840" cy="3320668"/>
          </a:xfrm>
        </p:spPr>
        <p:txBody>
          <a:bodyPr>
            <a:normAutofit/>
          </a:bodyPr>
          <a:lstStyle/>
          <a:p>
            <a:r>
              <a:rPr lang="en-US" sz="1700" b="1" dirty="0"/>
              <a:t>Save entire model (architecture + weights + optimizer)</a:t>
            </a:r>
          </a:p>
          <a:p>
            <a:endParaRPr lang="en-US" sz="1700" dirty="0"/>
          </a:p>
          <a:p>
            <a:pPr marL="0" indent="0">
              <a:buNone/>
            </a:pPr>
            <a:r>
              <a:rPr lang="en-US" sz="1700" dirty="0" err="1"/>
              <a:t>model.save</a:t>
            </a:r>
            <a:r>
              <a:rPr lang="en-US" sz="1700" dirty="0"/>
              <a:t>('my_model.h5')  # HDF5 format</a:t>
            </a:r>
          </a:p>
          <a:p>
            <a:endParaRPr lang="en-US" sz="1700" dirty="0"/>
          </a:p>
          <a:p>
            <a:pPr marL="0" indent="0">
              <a:buNone/>
            </a:pPr>
            <a:r>
              <a:rPr lang="en-US" sz="1700" b="1" dirty="0"/>
              <a:t># Load it back</a:t>
            </a:r>
          </a:p>
          <a:p>
            <a:pPr marL="0" indent="0">
              <a:buNone/>
            </a:pPr>
            <a:r>
              <a:rPr lang="en-US" sz="1700" dirty="0"/>
              <a:t>from </a:t>
            </a:r>
            <a:r>
              <a:rPr lang="en-US" sz="1700" dirty="0" err="1"/>
              <a:t>tensorflow.keras.models</a:t>
            </a:r>
            <a:r>
              <a:rPr lang="en-US" sz="1700" dirty="0"/>
              <a:t> import </a:t>
            </a:r>
            <a:r>
              <a:rPr lang="en-US" sz="1700" dirty="0" err="1"/>
              <a:t>load_model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model = </a:t>
            </a:r>
            <a:r>
              <a:rPr lang="en-US" sz="1700" dirty="0" err="1"/>
              <a:t>load_model</a:t>
            </a:r>
            <a:r>
              <a:rPr lang="en-US" sz="1700" dirty="0"/>
              <a:t>('my_model.h5')</a:t>
            </a:r>
          </a:p>
          <a:p>
            <a:endParaRPr lang="en-IN" sz="1700" dirty="0"/>
          </a:p>
        </p:txBody>
      </p:sp>
      <p:pic>
        <p:nvPicPr>
          <p:cNvPr id="15" name="Picture 14" descr="Cubes connected with a red line">
            <a:extLst>
              <a:ext uri="{FF2B5EF4-FFF2-40B4-BE49-F238E27FC236}">
                <a16:creationId xmlns:a16="http://schemas.microsoft.com/office/drawing/2014/main" id="{E8ABF744-69B4-A0D7-1B3E-A878CE3325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098" r="5668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72961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844D6C-152D-810C-1F23-56DB36F9D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IN" sz="4000"/>
              <a:t>Using PyTorch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22C73-A677-2995-AFEE-78E6C7CD2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153920"/>
            <a:ext cx="5334197" cy="408615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900" dirty="0"/>
              <a:t>import torch</a:t>
            </a:r>
          </a:p>
          <a:p>
            <a:endParaRPr lang="en-IN" sz="1900" dirty="0"/>
          </a:p>
          <a:p>
            <a:pPr marL="0" indent="0">
              <a:buNone/>
            </a:pPr>
            <a:r>
              <a:rPr lang="en-IN" sz="1900" b="1" dirty="0"/>
              <a:t># Save the model </a:t>
            </a:r>
            <a:r>
              <a:rPr lang="en-IN" sz="1900" b="1" dirty="0" err="1"/>
              <a:t>state_dict</a:t>
            </a:r>
            <a:endParaRPr lang="en-IN" sz="1900" b="1" dirty="0"/>
          </a:p>
          <a:p>
            <a:pPr marL="0" indent="0">
              <a:buNone/>
            </a:pPr>
            <a:r>
              <a:rPr lang="en-IN" sz="1900" dirty="0" err="1"/>
              <a:t>torch.save</a:t>
            </a:r>
            <a:r>
              <a:rPr lang="en-IN" sz="1900" dirty="0"/>
              <a:t>(</a:t>
            </a:r>
            <a:r>
              <a:rPr lang="en-IN" sz="1900" dirty="0" err="1"/>
              <a:t>model.state_dict</a:t>
            </a:r>
            <a:r>
              <a:rPr lang="en-IN" sz="1900" dirty="0"/>
              <a:t>(), '</a:t>
            </a:r>
            <a:r>
              <a:rPr lang="en-IN" sz="1900" dirty="0" err="1"/>
              <a:t>model.pth</a:t>
            </a:r>
            <a:r>
              <a:rPr lang="en-IN" sz="1900" dirty="0"/>
              <a:t>')</a:t>
            </a:r>
          </a:p>
          <a:p>
            <a:endParaRPr lang="en-IN" sz="1900" dirty="0"/>
          </a:p>
          <a:p>
            <a:pPr marL="0" indent="0">
              <a:buNone/>
            </a:pPr>
            <a:r>
              <a:rPr lang="en-IN" sz="1900" b="1" dirty="0"/>
              <a:t># Load it back (recreate model architecture first)</a:t>
            </a:r>
          </a:p>
          <a:p>
            <a:pPr marL="0" indent="0">
              <a:buNone/>
            </a:pPr>
            <a:r>
              <a:rPr lang="en-IN" sz="1900" dirty="0"/>
              <a:t>model = </a:t>
            </a:r>
            <a:r>
              <a:rPr lang="en-IN" sz="1900" dirty="0" err="1"/>
              <a:t>TheModelClass</a:t>
            </a:r>
            <a:r>
              <a:rPr lang="en-IN" sz="1900" dirty="0"/>
              <a:t>(*</a:t>
            </a:r>
            <a:r>
              <a:rPr lang="en-IN" sz="1900" dirty="0" err="1"/>
              <a:t>args</a:t>
            </a:r>
            <a:r>
              <a:rPr lang="en-IN" sz="1900" dirty="0"/>
              <a:t>, **</a:t>
            </a:r>
            <a:r>
              <a:rPr lang="en-IN" sz="1900" dirty="0" err="1"/>
              <a:t>kwargs</a:t>
            </a:r>
            <a:r>
              <a:rPr lang="en-IN" sz="1900" dirty="0"/>
              <a:t>)</a:t>
            </a:r>
          </a:p>
          <a:p>
            <a:pPr marL="0" indent="0">
              <a:buNone/>
            </a:pPr>
            <a:r>
              <a:rPr lang="en-IN" sz="1900" dirty="0" err="1"/>
              <a:t>model.load_state_dict</a:t>
            </a:r>
            <a:r>
              <a:rPr lang="en-IN" sz="1900" dirty="0"/>
              <a:t>(</a:t>
            </a:r>
            <a:r>
              <a:rPr lang="en-IN" sz="1900" dirty="0" err="1"/>
              <a:t>torch.load</a:t>
            </a:r>
            <a:r>
              <a:rPr lang="en-IN" sz="1900" dirty="0"/>
              <a:t>('</a:t>
            </a:r>
            <a:r>
              <a:rPr lang="en-IN" sz="1900" dirty="0" err="1"/>
              <a:t>model.pth</a:t>
            </a:r>
            <a:r>
              <a:rPr lang="en-IN" sz="1900" dirty="0"/>
              <a:t>'))</a:t>
            </a:r>
          </a:p>
          <a:p>
            <a:pPr marL="0" indent="0">
              <a:buNone/>
            </a:pPr>
            <a:r>
              <a:rPr lang="en-IN" sz="1900" dirty="0" err="1"/>
              <a:t>model.eval</a:t>
            </a:r>
            <a:r>
              <a:rPr lang="en-IN" sz="1900" dirty="0"/>
              <a:t>()</a:t>
            </a:r>
          </a:p>
          <a:p>
            <a:endParaRPr lang="en-IN" sz="1900" dirty="0"/>
          </a:p>
        </p:txBody>
      </p:sp>
      <p:pic>
        <p:nvPicPr>
          <p:cNvPr id="7" name="Picture 6" descr="Stretched steel tapes in different lengths">
            <a:extLst>
              <a:ext uri="{FF2B5EF4-FFF2-40B4-BE49-F238E27FC236}">
                <a16:creationId xmlns:a16="http://schemas.microsoft.com/office/drawing/2014/main" id="{8199D6EF-7C25-D088-C92D-0323A4B65F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12" r="24246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3541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E051D9-5491-72D1-3019-490D10268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IN" sz="4000"/>
              <a:t>Using XGBoost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E637B-52EA-24CA-EC1B-B36D11D1E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IN" sz="1600" dirty="0"/>
              <a:t>import </a:t>
            </a:r>
            <a:r>
              <a:rPr lang="en-IN" sz="1600" dirty="0" err="1"/>
              <a:t>xgboost</a:t>
            </a:r>
            <a:r>
              <a:rPr lang="en-IN" sz="1600" dirty="0"/>
              <a:t> as </a:t>
            </a:r>
            <a:r>
              <a:rPr lang="en-IN" sz="1600" dirty="0" err="1"/>
              <a:t>xgb</a:t>
            </a:r>
            <a:endParaRPr lang="en-IN" sz="1600" dirty="0"/>
          </a:p>
          <a:p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# Train</a:t>
            </a:r>
          </a:p>
          <a:p>
            <a:pPr marL="0" indent="0">
              <a:buNone/>
            </a:pPr>
            <a:r>
              <a:rPr lang="en-IN" sz="1600" dirty="0"/>
              <a:t>model = </a:t>
            </a:r>
            <a:r>
              <a:rPr lang="en-IN" sz="1600" dirty="0" err="1"/>
              <a:t>xgb.XGBClassifier</a:t>
            </a:r>
            <a:r>
              <a:rPr lang="en-IN" sz="1600" dirty="0"/>
              <a:t>()</a:t>
            </a:r>
          </a:p>
          <a:p>
            <a:pPr marL="0" indent="0">
              <a:buNone/>
            </a:pPr>
            <a:r>
              <a:rPr lang="en-IN" sz="1600" dirty="0" err="1"/>
              <a:t>model.fit</a:t>
            </a:r>
            <a:r>
              <a:rPr lang="en-IN" sz="1600" dirty="0"/>
              <a:t>(X, y)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# Save to file</a:t>
            </a:r>
          </a:p>
          <a:p>
            <a:pPr marL="0" indent="0">
              <a:buNone/>
            </a:pPr>
            <a:r>
              <a:rPr lang="en-IN" sz="1600" dirty="0" err="1"/>
              <a:t>model.save_model</a:t>
            </a:r>
            <a:r>
              <a:rPr lang="en-IN" sz="1600" dirty="0"/>
              <a:t>('</a:t>
            </a:r>
            <a:r>
              <a:rPr lang="en-IN" sz="1600" dirty="0" err="1"/>
              <a:t>xgb_model.json</a:t>
            </a:r>
            <a:r>
              <a:rPr lang="en-IN" sz="1600" dirty="0"/>
              <a:t>')</a:t>
            </a:r>
          </a:p>
          <a:p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# Load</a:t>
            </a:r>
          </a:p>
          <a:p>
            <a:pPr marL="0" indent="0">
              <a:buNone/>
            </a:pPr>
            <a:r>
              <a:rPr lang="en-IN" sz="1600" dirty="0" err="1"/>
              <a:t>loaded_model</a:t>
            </a:r>
            <a:r>
              <a:rPr lang="en-IN" sz="1600" dirty="0"/>
              <a:t> = </a:t>
            </a:r>
            <a:r>
              <a:rPr lang="en-IN" sz="1600" dirty="0" err="1"/>
              <a:t>xgb.XGBClassifier</a:t>
            </a:r>
            <a:r>
              <a:rPr lang="en-IN" sz="1600" dirty="0"/>
              <a:t>()</a:t>
            </a:r>
          </a:p>
          <a:p>
            <a:pPr marL="0" indent="0">
              <a:buNone/>
            </a:pPr>
            <a:r>
              <a:rPr lang="en-IN" sz="1600" dirty="0" err="1"/>
              <a:t>loaded_model.load_model</a:t>
            </a:r>
            <a:r>
              <a:rPr lang="en-IN" sz="1600" dirty="0"/>
              <a:t>('</a:t>
            </a:r>
            <a:r>
              <a:rPr lang="en-IN" sz="1600" dirty="0" err="1"/>
              <a:t>xgb_model.json</a:t>
            </a:r>
            <a:r>
              <a:rPr lang="en-IN" sz="1600" dirty="0"/>
              <a:t>')</a:t>
            </a:r>
          </a:p>
          <a:p>
            <a:endParaRPr lang="en-IN" sz="1300" dirty="0"/>
          </a:p>
        </p:txBody>
      </p:sp>
      <p:pic>
        <p:nvPicPr>
          <p:cNvPr id="5" name="Picture 4" descr="Boxes and roller conveyor">
            <a:extLst>
              <a:ext uri="{FF2B5EF4-FFF2-40B4-BE49-F238E27FC236}">
                <a16:creationId xmlns:a16="http://schemas.microsoft.com/office/drawing/2014/main" id="{9735B6C2-91EE-8A49-6C1D-A209862C7C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52" r="24604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3050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297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 Unicode MS</vt:lpstr>
      <vt:lpstr>Aptos</vt:lpstr>
      <vt:lpstr>Aptos Display</vt:lpstr>
      <vt:lpstr>Arial</vt:lpstr>
      <vt:lpstr>Office Theme</vt:lpstr>
      <vt:lpstr>Saving Model</vt:lpstr>
      <vt:lpstr>With joblib (preferred for large models like trees) </vt:lpstr>
      <vt:lpstr>With pickle (generic Python serialization)  </vt:lpstr>
      <vt:lpstr>Using TensorFlow / Keras</vt:lpstr>
      <vt:lpstr>Using PyTorch</vt:lpstr>
      <vt:lpstr>Using XGBoost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Mahipal Singh</dc:creator>
  <cp:lastModifiedBy>Mahipal Singh</cp:lastModifiedBy>
  <cp:revision>2</cp:revision>
  <dcterms:created xsi:type="dcterms:W3CDTF">2025-07-01T11:15:02Z</dcterms:created>
  <dcterms:modified xsi:type="dcterms:W3CDTF">2025-07-01T11:28:20Z</dcterms:modified>
</cp:coreProperties>
</file>