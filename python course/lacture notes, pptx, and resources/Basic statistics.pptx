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6" r:id="rId5"/>
    <p:sldId id="265" r:id="rId6"/>
    <p:sldId id="263" r:id="rId7"/>
    <p:sldId id="258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A57ED7-2539-4821-B7B2-E76ACBCB105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82DE7E4-E830-4478-9F8A-E6D0E69BC311}">
      <dgm:prSet/>
      <dgm:spPr/>
      <dgm:t>
        <a:bodyPr/>
        <a:lstStyle/>
        <a:p>
          <a:pPr>
            <a:defRPr cap="all"/>
          </a:pPr>
          <a:r>
            <a:rPr lang="en-US" b="1"/>
            <a:t>Variance </a:t>
          </a:r>
          <a:r>
            <a:rPr lang="en-US"/>
            <a:t>tells us </a:t>
          </a:r>
          <a:r>
            <a:rPr lang="en-US" b="1"/>
            <a:t>how spread out</a:t>
          </a:r>
          <a:r>
            <a:rPr lang="en-US"/>
            <a:t> the data is around the mean.</a:t>
          </a:r>
        </a:p>
      </dgm:t>
    </dgm:pt>
    <dgm:pt modelId="{D293A000-2680-4F89-B42C-E96F8273BC4A}" type="parTrans" cxnId="{187563E6-609D-4DD8-8C20-5F81A7F66C42}">
      <dgm:prSet/>
      <dgm:spPr/>
      <dgm:t>
        <a:bodyPr/>
        <a:lstStyle/>
        <a:p>
          <a:endParaRPr lang="en-US"/>
        </a:p>
      </dgm:t>
    </dgm:pt>
    <dgm:pt modelId="{825F8147-2E2F-4003-8250-0227732BB646}" type="sibTrans" cxnId="{187563E6-609D-4DD8-8C20-5F81A7F66C42}">
      <dgm:prSet/>
      <dgm:spPr/>
      <dgm:t>
        <a:bodyPr/>
        <a:lstStyle/>
        <a:p>
          <a:endParaRPr lang="en-US"/>
        </a:p>
      </dgm:t>
    </dgm:pt>
    <dgm:pt modelId="{C984E893-170E-4BED-964D-D3822923D7EB}">
      <dgm:prSet/>
      <dgm:spPr/>
      <dgm:t>
        <a:bodyPr/>
        <a:lstStyle/>
        <a:p>
          <a:pPr>
            <a:defRPr cap="all"/>
          </a:pPr>
          <a:r>
            <a:rPr lang="en-US"/>
            <a:t>S</a:t>
          </a:r>
          <a:r>
            <a:rPr lang="en-US" b="1"/>
            <a:t>tandard deviation: </a:t>
          </a:r>
          <a:r>
            <a:rPr lang="en-US"/>
            <a:t>on average, how far is a value from the mean</a:t>
          </a:r>
        </a:p>
      </dgm:t>
    </dgm:pt>
    <dgm:pt modelId="{089F2997-7A60-4D87-A0BE-AE5F99D712F1}" type="parTrans" cxnId="{C22DE68E-CECC-4293-9C23-31EF4F5029F7}">
      <dgm:prSet/>
      <dgm:spPr/>
      <dgm:t>
        <a:bodyPr/>
        <a:lstStyle/>
        <a:p>
          <a:endParaRPr lang="en-US"/>
        </a:p>
      </dgm:t>
    </dgm:pt>
    <dgm:pt modelId="{F51E03EB-29C7-4F28-A1F1-356BA528CCB4}" type="sibTrans" cxnId="{C22DE68E-CECC-4293-9C23-31EF4F5029F7}">
      <dgm:prSet/>
      <dgm:spPr/>
      <dgm:t>
        <a:bodyPr/>
        <a:lstStyle/>
        <a:p>
          <a:endParaRPr lang="en-US"/>
        </a:p>
      </dgm:t>
    </dgm:pt>
    <dgm:pt modelId="{FB56DB44-365B-45EF-8D01-1881DDCDD53B}" type="pres">
      <dgm:prSet presAssocID="{EBA57ED7-2539-4821-B7B2-E76ACBCB105F}" presName="root" presStyleCnt="0">
        <dgm:presLayoutVars>
          <dgm:dir/>
          <dgm:resizeHandles val="exact"/>
        </dgm:presLayoutVars>
      </dgm:prSet>
      <dgm:spPr/>
    </dgm:pt>
    <dgm:pt modelId="{B9835C9C-D3DC-4D1E-A53E-C02FF1E7EA0A}" type="pres">
      <dgm:prSet presAssocID="{A82DE7E4-E830-4478-9F8A-E6D0E69BC311}" presName="compNode" presStyleCnt="0"/>
      <dgm:spPr/>
    </dgm:pt>
    <dgm:pt modelId="{D8FCA703-6E86-4F4E-982B-DD8F0338A810}" type="pres">
      <dgm:prSet presAssocID="{A82DE7E4-E830-4478-9F8A-E6D0E69BC311}" presName="iconBgRect" presStyleLbl="bgShp" presStyleIdx="0" presStyleCnt="2"/>
      <dgm:spPr/>
    </dgm:pt>
    <dgm:pt modelId="{DA33CE77-44D0-4B50-AF5D-579A0AA7C29F}" type="pres">
      <dgm:prSet presAssocID="{A82DE7E4-E830-4478-9F8A-E6D0E69BC31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73B9980-5A81-4405-BB18-5870764CBB35}" type="pres">
      <dgm:prSet presAssocID="{A82DE7E4-E830-4478-9F8A-E6D0E69BC311}" presName="spaceRect" presStyleCnt="0"/>
      <dgm:spPr/>
    </dgm:pt>
    <dgm:pt modelId="{7E76AB57-98F8-441D-9816-73752292BA9B}" type="pres">
      <dgm:prSet presAssocID="{A82DE7E4-E830-4478-9F8A-E6D0E69BC311}" presName="textRect" presStyleLbl="revTx" presStyleIdx="0" presStyleCnt="2">
        <dgm:presLayoutVars>
          <dgm:chMax val="1"/>
          <dgm:chPref val="1"/>
        </dgm:presLayoutVars>
      </dgm:prSet>
      <dgm:spPr/>
    </dgm:pt>
    <dgm:pt modelId="{BA29A87B-F994-4187-962D-426E829C5D32}" type="pres">
      <dgm:prSet presAssocID="{825F8147-2E2F-4003-8250-0227732BB646}" presName="sibTrans" presStyleCnt="0"/>
      <dgm:spPr/>
    </dgm:pt>
    <dgm:pt modelId="{D46F34D4-720C-4B3C-840B-0DA82A698875}" type="pres">
      <dgm:prSet presAssocID="{C984E893-170E-4BED-964D-D3822923D7EB}" presName="compNode" presStyleCnt="0"/>
      <dgm:spPr/>
    </dgm:pt>
    <dgm:pt modelId="{7E18C871-E9CC-4791-B900-8A337994BBA6}" type="pres">
      <dgm:prSet presAssocID="{C984E893-170E-4BED-964D-D3822923D7EB}" presName="iconBgRect" presStyleLbl="bgShp" presStyleIdx="1" presStyleCnt="2"/>
      <dgm:spPr/>
    </dgm:pt>
    <dgm:pt modelId="{CCD6CB56-7FEE-4F4E-91FE-4B6EF73E71CE}" type="pres">
      <dgm:prSet presAssocID="{C984E893-170E-4BED-964D-D3822923D7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CB0AB1E5-4B01-43BE-BDB2-0C6E7AAE2724}" type="pres">
      <dgm:prSet presAssocID="{C984E893-170E-4BED-964D-D3822923D7EB}" presName="spaceRect" presStyleCnt="0"/>
      <dgm:spPr/>
    </dgm:pt>
    <dgm:pt modelId="{8B8B15B6-D094-4DC7-95B6-5B640FEF4260}" type="pres">
      <dgm:prSet presAssocID="{C984E893-170E-4BED-964D-D3822923D7E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9A9E66-1B90-46B7-988C-2DCE03A1C955}" type="presOf" srcId="{A82DE7E4-E830-4478-9F8A-E6D0E69BC311}" destId="{7E76AB57-98F8-441D-9816-73752292BA9B}" srcOrd="0" destOrd="0" presId="urn:microsoft.com/office/officeart/2018/5/layout/IconCircleLabelList"/>
    <dgm:cxn modelId="{F6ABED8B-0A91-41D9-8E32-7F417E83B402}" type="presOf" srcId="{C984E893-170E-4BED-964D-D3822923D7EB}" destId="{8B8B15B6-D094-4DC7-95B6-5B640FEF4260}" srcOrd="0" destOrd="0" presId="urn:microsoft.com/office/officeart/2018/5/layout/IconCircleLabelList"/>
    <dgm:cxn modelId="{C22DE68E-CECC-4293-9C23-31EF4F5029F7}" srcId="{EBA57ED7-2539-4821-B7B2-E76ACBCB105F}" destId="{C984E893-170E-4BED-964D-D3822923D7EB}" srcOrd="1" destOrd="0" parTransId="{089F2997-7A60-4D87-A0BE-AE5F99D712F1}" sibTransId="{F51E03EB-29C7-4F28-A1F1-356BA528CCB4}"/>
    <dgm:cxn modelId="{BD4444A9-6AB5-40E1-81D0-49A8B4876AA0}" type="presOf" srcId="{EBA57ED7-2539-4821-B7B2-E76ACBCB105F}" destId="{FB56DB44-365B-45EF-8D01-1881DDCDD53B}" srcOrd="0" destOrd="0" presId="urn:microsoft.com/office/officeart/2018/5/layout/IconCircleLabelList"/>
    <dgm:cxn modelId="{187563E6-609D-4DD8-8C20-5F81A7F66C42}" srcId="{EBA57ED7-2539-4821-B7B2-E76ACBCB105F}" destId="{A82DE7E4-E830-4478-9F8A-E6D0E69BC311}" srcOrd="0" destOrd="0" parTransId="{D293A000-2680-4F89-B42C-E96F8273BC4A}" sibTransId="{825F8147-2E2F-4003-8250-0227732BB646}"/>
    <dgm:cxn modelId="{FA3C2F36-7A8A-4456-9735-BFD80A0FF9DB}" type="presParOf" srcId="{FB56DB44-365B-45EF-8D01-1881DDCDD53B}" destId="{B9835C9C-D3DC-4D1E-A53E-C02FF1E7EA0A}" srcOrd="0" destOrd="0" presId="urn:microsoft.com/office/officeart/2018/5/layout/IconCircleLabelList"/>
    <dgm:cxn modelId="{1247790B-F89D-4A69-9F2C-33F9CAAB6717}" type="presParOf" srcId="{B9835C9C-D3DC-4D1E-A53E-C02FF1E7EA0A}" destId="{D8FCA703-6E86-4F4E-982B-DD8F0338A810}" srcOrd="0" destOrd="0" presId="urn:microsoft.com/office/officeart/2018/5/layout/IconCircleLabelList"/>
    <dgm:cxn modelId="{89958143-09F5-4D68-AF9C-8DBC18E13899}" type="presParOf" srcId="{B9835C9C-D3DC-4D1E-A53E-C02FF1E7EA0A}" destId="{DA33CE77-44D0-4B50-AF5D-579A0AA7C29F}" srcOrd="1" destOrd="0" presId="urn:microsoft.com/office/officeart/2018/5/layout/IconCircleLabelList"/>
    <dgm:cxn modelId="{64B0784E-5FA9-4E27-B3ED-3749F144328F}" type="presParOf" srcId="{B9835C9C-D3DC-4D1E-A53E-C02FF1E7EA0A}" destId="{473B9980-5A81-4405-BB18-5870764CBB35}" srcOrd="2" destOrd="0" presId="urn:microsoft.com/office/officeart/2018/5/layout/IconCircleLabelList"/>
    <dgm:cxn modelId="{9193A143-D15B-4BFA-815B-0DB232FA9B45}" type="presParOf" srcId="{B9835C9C-D3DC-4D1E-A53E-C02FF1E7EA0A}" destId="{7E76AB57-98F8-441D-9816-73752292BA9B}" srcOrd="3" destOrd="0" presId="urn:microsoft.com/office/officeart/2018/5/layout/IconCircleLabelList"/>
    <dgm:cxn modelId="{6DA0321E-491B-4264-82DB-C7F510A8CD23}" type="presParOf" srcId="{FB56DB44-365B-45EF-8D01-1881DDCDD53B}" destId="{BA29A87B-F994-4187-962D-426E829C5D32}" srcOrd="1" destOrd="0" presId="urn:microsoft.com/office/officeart/2018/5/layout/IconCircleLabelList"/>
    <dgm:cxn modelId="{CD7F6EB5-9BBB-45AF-849C-7A682B4509C7}" type="presParOf" srcId="{FB56DB44-365B-45EF-8D01-1881DDCDD53B}" destId="{D46F34D4-720C-4B3C-840B-0DA82A698875}" srcOrd="2" destOrd="0" presId="urn:microsoft.com/office/officeart/2018/5/layout/IconCircleLabelList"/>
    <dgm:cxn modelId="{BA017AF0-4484-4235-9639-CAF1E4B1B0CE}" type="presParOf" srcId="{D46F34D4-720C-4B3C-840B-0DA82A698875}" destId="{7E18C871-E9CC-4791-B900-8A337994BBA6}" srcOrd="0" destOrd="0" presId="urn:microsoft.com/office/officeart/2018/5/layout/IconCircleLabelList"/>
    <dgm:cxn modelId="{07520DA2-66A4-4AB1-AE09-E9AFB5EF4729}" type="presParOf" srcId="{D46F34D4-720C-4B3C-840B-0DA82A698875}" destId="{CCD6CB56-7FEE-4F4E-91FE-4B6EF73E71CE}" srcOrd="1" destOrd="0" presId="urn:microsoft.com/office/officeart/2018/5/layout/IconCircleLabelList"/>
    <dgm:cxn modelId="{737E11A2-10A7-4143-A50A-D76CD7D3F2D7}" type="presParOf" srcId="{D46F34D4-720C-4B3C-840B-0DA82A698875}" destId="{CB0AB1E5-4B01-43BE-BDB2-0C6E7AAE2724}" srcOrd="2" destOrd="0" presId="urn:microsoft.com/office/officeart/2018/5/layout/IconCircleLabelList"/>
    <dgm:cxn modelId="{2FE200E7-748D-431D-8436-B463B87F7A6A}" type="presParOf" srcId="{D46F34D4-720C-4B3C-840B-0DA82A698875}" destId="{8B8B15B6-D094-4DC7-95B6-5B640FEF42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CA703-6E86-4F4E-982B-DD8F0338A810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3CE77-44D0-4B50-AF5D-579A0AA7C29F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6AB57-98F8-441D-9816-73752292BA9B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Variance </a:t>
          </a:r>
          <a:r>
            <a:rPr lang="en-US" sz="1700" kern="1200"/>
            <a:t>tells us </a:t>
          </a:r>
          <a:r>
            <a:rPr lang="en-US" sz="1700" b="1" kern="1200"/>
            <a:t>how spread out</a:t>
          </a:r>
          <a:r>
            <a:rPr lang="en-US" sz="1700" kern="1200"/>
            <a:t> the data is around the mean.</a:t>
          </a:r>
        </a:p>
      </dsp:txBody>
      <dsp:txXfrm>
        <a:off x="1548914" y="3176402"/>
        <a:ext cx="3600000" cy="720000"/>
      </dsp:txXfrm>
    </dsp:sp>
    <dsp:sp modelId="{7E18C871-E9CC-4791-B900-8A337994BBA6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6CB56-7FEE-4F4E-91FE-4B6EF73E71CE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B15B6-D094-4DC7-95B6-5B640FEF4260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</a:t>
          </a:r>
          <a:r>
            <a:rPr lang="en-US" sz="1700" b="1" kern="1200"/>
            <a:t>tandard deviation: </a:t>
          </a:r>
          <a:r>
            <a:rPr lang="en-US" sz="1700" kern="1200"/>
            <a:t>on average, how far is a value from the mean</a:t>
          </a:r>
        </a:p>
      </dsp:txBody>
      <dsp:txXfrm>
        <a:off x="5778914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9755-54ED-D164-9311-7406A70F1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98170-57C8-6BBE-D587-C499426B1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03518-8A5B-77E3-EE17-1797715B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72E3E-53F8-BADE-4E41-6E356ED5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3E41-F9FE-1C55-5BF1-2B6AC7A3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04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17C0-C5FB-CDE2-78D4-BB317A0C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EFF91-76F3-0DC7-EA45-D691BA340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3463-7002-7F88-25AC-262B87FA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508FB-A0D2-9AA3-5757-4B698D53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8AA-9B65-ED4C-DB81-970D394A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26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4E26-306B-B590-A727-8DFCD881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5C114-A2AD-BFD7-4047-9FFA20C40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399CC-2E1D-6AE1-3C2D-C867D73C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A8E17-08AC-62CA-E0EA-7DA06EF2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81952-6727-8292-D6AD-04F7B7A2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5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B4C5-1953-1AD1-7A80-1179F819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0AC8E-9720-39C7-0E3D-BF9768F5A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51C05-DB8B-A9B8-5E2E-2AA51E20C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76C73-2CB7-1DBA-9C81-516DC96D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49CD7-5DE8-7556-83EF-1453431E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63FED-9CD5-2BE7-0ED6-4FE28392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5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9A5E-DA97-3B24-B2DD-2645AFB4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F0810-F77D-CD0C-9C33-2034C4550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D49F7-0935-011A-1D4E-138A327B4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DE365-7EE7-5606-2034-2A9D46D33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4C60F-6784-5825-61B8-E9A2FF878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FEF5D-7391-F543-9E06-78A9B4BA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3E6D1-D8B2-BCD3-49C6-A5EFFD23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A5874-E7A5-9629-FF31-9EC00B2E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09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7734-9AEF-C6E4-AB10-162F20E4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0B9552-C442-9E06-CE53-D01F2162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F3DD6-19AF-0B1D-128C-215D3EA2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40D51-4B50-1206-1B19-B460E1A0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185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5A9E3-63D2-D99D-767F-9ECAE494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04D34-2D6E-6314-DBA8-59456826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CB2C6-EF56-D97B-CEB3-819B0B0B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43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9BC4-FA77-B675-A1D8-F4CF4DE5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B2FEF-81E3-BAF7-4AA2-351029827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0EF51-0C0A-B4A7-EB92-49DB6546F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B2AA1-F98F-35D2-6226-742FA9B9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B6ACE-4B6F-09AF-0B54-46F4DC06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82754-B17A-70AE-3682-3F8F360D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06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83C0-A67F-3AA8-9301-90C4F00D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351BA-2C7C-5AAC-104C-6B077BE3E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EA5B4-3B6F-573B-DD98-46EBB6600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4A6DB-3B4D-F938-AB63-2AB8D2A9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720C3-414D-8D75-A68E-272BB28D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986E1-EB7B-4005-D2B7-9945F209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9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5199-615D-43CA-1F4B-04096575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95304-8AA9-5087-8B9A-52FB39B33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A088D-6C3B-C532-4B32-703E2A73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F96E0-45F1-6754-5962-58EC44A4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4D6B-689B-4707-DD20-288E38E8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8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450E6-A817-7D85-C10B-484F56C5A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D2F63-0C86-C96E-90CB-8AAA10DDA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02826-5252-DCD5-B861-C473700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D1174-315A-B7F2-4B37-9111BB95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4328-1E56-5646-8EB2-118191EF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6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F9707-DA4D-0465-401E-D3FEA5F2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BEA11-8BD6-FF7A-D89B-D44E6AB8D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E137-80D0-0BC6-CC03-A61968B97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6489B-721F-48CA-8DFB-C682656B2977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B5EFC-E521-89BA-A8BC-4107FC9E4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38735-1775-A4BD-4954-55EB72EED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81B1D-CA44-487A-82AC-D0F0D3FB3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A2A6D-6F93-31F0-D787-7FBF66C44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Basic statistics</a:t>
            </a:r>
            <a:endParaRPr lang="en-IN" sz="11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09D17-2D36-3563-552E-E84378C27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Mahipal Singh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screenshot of a math test">
            <a:extLst>
              <a:ext uri="{FF2B5EF4-FFF2-40B4-BE49-F238E27FC236}">
                <a16:creationId xmlns:a16="http://schemas.microsoft.com/office/drawing/2014/main" id="{D01D444C-5110-4F11-B9F9-AEA49A230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68" y="918546"/>
            <a:ext cx="7719898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3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0E48E3-BFD7-245D-E0FD-5E31A13E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altLang="en-US" sz="4800" b="1">
                <a:solidFill>
                  <a:schemeClr val="bg1"/>
                </a:solidFill>
                <a:latin typeface="Arial" panose="020B0604020202020204" pitchFamily="34" charset="0"/>
              </a:rPr>
              <a:t>When Mean is NOT good</a:t>
            </a:r>
            <a:endParaRPr lang="en-IN" sz="480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ADAEFE-4028-5954-8853-ED181E61D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4410" y="841247"/>
            <a:ext cx="4484536" cy="53400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When data has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(extreme values)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[80, 85, 90, 95, 1000]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Mean becomes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268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which does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not represent the group well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790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A7835-85C1-E03C-10CA-BFA81C0BD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handle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1765-ABD9-A2A6-D7D2-A0987E487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Median is better approach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9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07FE357-7FDC-5E49-9CA6-A6AC491B2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1866019"/>
            <a:ext cx="9664846" cy="294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92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59C10B-E2DC-9074-5F61-EF9F3A125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42200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91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white background">
            <a:extLst>
              <a:ext uri="{FF2B5EF4-FFF2-40B4-BE49-F238E27FC236}">
                <a16:creationId xmlns:a16="http://schemas.microsoft.com/office/drawing/2014/main" id="{70CA7F97-EBCE-E68C-612F-0A66AF4BC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38714"/>
            <a:ext cx="10905066" cy="338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9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E101D79-72DF-79BC-140B-F6786AAAF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191" y="643466"/>
            <a:ext cx="928222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7A97-7962-2DDE-7565-54A43963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762F-40EB-015B-FF90-80D23F6F6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35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78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Unicode MS</vt:lpstr>
      <vt:lpstr>Aptos</vt:lpstr>
      <vt:lpstr>Aptos Display</vt:lpstr>
      <vt:lpstr>Arial</vt:lpstr>
      <vt:lpstr>Office Theme</vt:lpstr>
      <vt:lpstr>Basic statistics</vt:lpstr>
      <vt:lpstr>PowerPoint Presentation</vt:lpstr>
      <vt:lpstr>When Mean is NOT good</vt:lpstr>
      <vt:lpstr>How to handle outliers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1</cp:revision>
  <dcterms:created xsi:type="dcterms:W3CDTF">2025-06-19T06:50:25Z</dcterms:created>
  <dcterms:modified xsi:type="dcterms:W3CDTF">2025-06-19T07:40:10Z</dcterms:modified>
</cp:coreProperties>
</file>