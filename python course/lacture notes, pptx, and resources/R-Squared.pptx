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07872-F877-DB9A-4C49-744095F81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A8240-4FAE-7EFD-2B50-A307FD0AD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8D3C1-EB82-B7E7-17F6-9DFA5F47E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EB62-B2A5-4C6E-AAA0-DFF0B5058FD2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1C5FD-0DCF-E383-0D06-2A1595F28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886FF-21FB-DB34-B856-AEB59FC7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236B-E19A-4594-AD91-F24F116F7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324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2D107-3599-EBE2-7FE0-8A055EAFF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9AA6A-6344-5883-A216-E3E0BF4A4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A2D61-5751-51A0-3ED4-C89E29466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EB62-B2A5-4C6E-AAA0-DFF0B5058FD2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DE9AB-5FA5-15F0-36BB-F1C963440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AB33E-0784-2C53-AD94-6B2A0FA77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236B-E19A-4594-AD91-F24F116F7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33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A30C0-9C52-8016-E474-DE101EE6B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91423-2AEA-D9BF-9C8D-606B72077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04D97-607A-B92C-A53B-1680C3260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EB62-B2A5-4C6E-AAA0-DFF0B5058FD2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C103B-7253-B6B3-5931-62620D130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EB5C1-A1B1-237D-B940-22A27161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236B-E19A-4594-AD91-F24F116F7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873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2E47C-0F91-4B65-6818-0CCE54040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6BDA6-9B50-993C-A5EC-DA07179263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A334C-9F57-6153-767A-96915689A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29D59-463F-EDA1-5389-2150E7B2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EB62-B2A5-4C6E-AAA0-DFF0B5058FD2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0930-27B3-EF6C-7A64-0C055EAB6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C0C59-CA21-5F03-9DDA-4DA5D336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236B-E19A-4594-AD91-F24F116F7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8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CCC4C-6565-76AF-E012-F3C4A565B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EE732-1B8C-1092-4560-F7D6008C9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09B78-CAD7-E303-EC62-3765037FA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5FE0B2-CF5F-AD8F-781D-E130AB010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58A378-D47E-B0B6-DABC-2AB250BE2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B386E0-84CD-A92D-CE28-F900D2F12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EB62-B2A5-4C6E-AAA0-DFF0B5058FD2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4ED0D5-90A4-96EC-6A0E-567AC0505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B2554-E9A6-64D0-A8CF-2102B70A6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236B-E19A-4594-AD91-F24F116F7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248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EA2C2-0415-E3CA-A2BC-1284A9607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833F09-7FB0-CFCF-9197-47964664A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EB62-B2A5-4C6E-AAA0-DFF0B5058FD2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04AA4-1E55-4562-2071-792B2E40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52B2A-3211-CF28-C710-CD21B5250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236B-E19A-4594-AD91-F24F116F7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28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2FE44E-CEA5-8678-99D8-6B399076A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EB62-B2A5-4C6E-AAA0-DFF0B5058FD2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4BE47B-F6DD-55E6-F070-E4909FDA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241F9-39CB-1BFC-8534-BAF8DD5C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236B-E19A-4594-AD91-F24F116F7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434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3CC55-48E3-F3CB-C1C4-CA7F40A2E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F483-3BED-5840-DE73-B59682565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06F7A-3C37-7BC6-F836-CE17B3398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8186D-D493-248A-25D6-526B4297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EB62-B2A5-4C6E-AAA0-DFF0B5058FD2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1221A-3C5D-CB88-483B-736C260B5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2E427-A548-9C29-3505-3CD7D7ED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236B-E19A-4594-AD91-F24F116F7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613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E9E20-11D1-3657-8B19-AB2D1019B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780FF8-A069-13AC-8ED3-2343EE7B7F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CADD1-98DB-5C9D-FB8C-DF90B8DF0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0A63A-B2AA-A92C-72F9-875745720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EB62-B2A5-4C6E-AAA0-DFF0B5058FD2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D28C2-C3F6-AFCE-79DB-B00E2E371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42E8A-C3E8-D8E5-EF25-2AC1AD0D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236B-E19A-4594-AD91-F24F116F7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437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2A95-E0BF-D2D4-3EB2-E00693B3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2CC9D-FBC5-AB72-15B1-EAFDC84AE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561B9-A99B-E474-A097-CA694C17B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EB62-B2A5-4C6E-AAA0-DFF0B5058FD2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885C2-8522-D557-EE32-72B6252E3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4DECB-9027-30C3-630F-66B9FB92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236B-E19A-4594-AD91-F24F116F7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838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05133-B77E-0B24-2035-0DB9344052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CE8264-64F4-21C3-98D8-78D4570E4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38A7D-BEDF-41CE-9863-C7DDA3BD1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EB62-B2A5-4C6E-AAA0-DFF0B5058FD2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3BDB1-56C1-85D7-4144-D904D5930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5CF96-1597-7147-82E1-67BDD0CBC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236B-E19A-4594-AD91-F24F116F7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96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C8ACFA-0E06-5683-CC8D-B86D0F6F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24407-348A-C123-0953-02F8C3559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2972B-A814-1203-5424-BBE893D532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8EB62-B2A5-4C6E-AAA0-DFF0B5058FD2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E4F04-1AAE-2746-4E0B-1378A99A7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FF27B-3E23-D003-8085-55F46BFD6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C236B-E19A-4594-AD91-F24F116F7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170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CAA03-1913-26A0-3B66-1F2937F559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R-Squared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0CA79-7750-9684-E29C-5EE510A1F7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Mahipal Singh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3822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66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41C7E9-5D12-D283-7EBA-89BDB92D95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9147" y="643467"/>
            <a:ext cx="891370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807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A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DBFF55-84EC-D5CB-3D68-9F5A191AF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7023" y="643467"/>
            <a:ext cx="1003795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215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696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366B00-80AA-8BEC-9165-4FC9EED16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820503"/>
            <a:ext cx="10905066" cy="321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90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3B72CF-78D4-C5FE-814A-1626D98DC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5052" y="457200"/>
            <a:ext cx="834189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80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064692-FC29-79DE-4A91-7D3B0AD1B1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8485"/>
          <a:stretch>
            <a:fillRect/>
          </a:stretch>
        </p:blipFill>
        <p:spPr>
          <a:xfrm>
            <a:off x="865141" y="871147"/>
            <a:ext cx="10488660" cy="511471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C8029E-E679-5CC4-DE1F-B1AA37452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5966048"/>
            <a:ext cx="104775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916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5E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E0FB36-88A2-0BC8-B946-29408DB1A7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011341"/>
            <a:ext cx="10905066" cy="283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040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D216-4AD4-D28D-7E23-7120000CB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5C546-25B6-76A9-A2CA-90E7FC1C7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5951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R-Squared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1</cp:revision>
  <dcterms:created xsi:type="dcterms:W3CDTF">2025-06-26T10:31:16Z</dcterms:created>
  <dcterms:modified xsi:type="dcterms:W3CDTF">2025-06-26T10:39:04Z</dcterms:modified>
</cp:coreProperties>
</file>